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1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52.png"/><Relationship Id="rId7" Type="http://schemas.openxmlformats.org/officeDocument/2006/relationships/image" Target="../media/image1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7.svg"/><Relationship Id="rId4" Type="http://schemas.openxmlformats.org/officeDocument/2006/relationships/image" Target="../media/image53.svg"/><Relationship Id="rId9" Type="http://schemas.openxmlformats.org/officeDocument/2006/relationships/image" Target="../media/image56.pn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1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52.png"/><Relationship Id="rId7" Type="http://schemas.openxmlformats.org/officeDocument/2006/relationships/image" Target="../media/image1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7.svg"/><Relationship Id="rId4" Type="http://schemas.openxmlformats.org/officeDocument/2006/relationships/image" Target="../media/image53.svg"/><Relationship Id="rId9" Type="http://schemas.openxmlformats.org/officeDocument/2006/relationships/image" Target="../media/image56.pn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EA0918-14C7-48BB-BE2A-423DF7FAEB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10D239-B54C-4EB4-BE41-D33DB5981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Relatório baseado no artigo 'Introdução ao Ray Tracing' – COPPE/UFRJ</a:t>
          </a:r>
        </a:p>
      </dgm:t>
    </dgm:pt>
    <dgm:pt modelId="{7CA2B58F-78D9-43E6-BF35-D4E9C4468600}" type="parTrans" cxnId="{EA47EE35-EBB2-4C26-80A6-376471A5C432}">
      <dgm:prSet/>
      <dgm:spPr/>
      <dgm:t>
        <a:bodyPr/>
        <a:lstStyle/>
        <a:p>
          <a:endParaRPr lang="en-US"/>
        </a:p>
      </dgm:t>
    </dgm:pt>
    <dgm:pt modelId="{1433DB9A-9BF6-4A65-96F0-0FD76C772D45}" type="sibTrans" cxnId="{EA47EE35-EBB2-4C26-80A6-376471A5C432}">
      <dgm:prSet/>
      <dgm:spPr/>
      <dgm:t>
        <a:bodyPr/>
        <a:lstStyle/>
        <a:p>
          <a:endParaRPr lang="en-US"/>
        </a:p>
      </dgm:t>
    </dgm:pt>
    <dgm:pt modelId="{B3C6BCAE-795B-46CA-A408-3C655034E2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Alunos</a:t>
          </a:r>
          <a:r>
            <a:rPr lang="en-US" dirty="0"/>
            <a:t>: Nilson Andrade, Matheus </a:t>
          </a:r>
          <a:r>
            <a:rPr lang="en-US" dirty="0" err="1"/>
            <a:t>Barbiéri</a:t>
          </a:r>
          <a:r>
            <a:rPr lang="en-US" dirty="0"/>
            <a:t>, Artur Costa</a:t>
          </a:r>
        </a:p>
      </dgm:t>
    </dgm:pt>
    <dgm:pt modelId="{B61645FA-B68D-41DB-9EF3-075809196C83}" type="parTrans" cxnId="{C6AA557D-231B-4447-8277-7CE3B08C3070}">
      <dgm:prSet/>
      <dgm:spPr/>
      <dgm:t>
        <a:bodyPr/>
        <a:lstStyle/>
        <a:p>
          <a:endParaRPr lang="en-US"/>
        </a:p>
      </dgm:t>
    </dgm:pt>
    <dgm:pt modelId="{ED4DF429-D620-4A3F-AADE-357726A6B5CB}" type="sibTrans" cxnId="{C6AA557D-231B-4447-8277-7CE3B08C3070}">
      <dgm:prSet/>
      <dgm:spPr/>
      <dgm:t>
        <a:bodyPr/>
        <a:lstStyle/>
        <a:p>
          <a:endParaRPr lang="en-US"/>
        </a:p>
      </dgm:t>
    </dgm:pt>
    <dgm:pt modelId="{BEE63E15-E254-4CAC-B219-D51296D70A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Disciplina: Computação Gráfica – Prof. Rodrigo Lyra</a:t>
          </a:r>
        </a:p>
      </dgm:t>
    </dgm:pt>
    <dgm:pt modelId="{61ED1A86-A9A0-422D-AADA-69B7490BC3DF}" type="parTrans" cxnId="{A261B869-D131-46BA-81D0-EBCCF29C585D}">
      <dgm:prSet/>
      <dgm:spPr/>
      <dgm:t>
        <a:bodyPr/>
        <a:lstStyle/>
        <a:p>
          <a:endParaRPr lang="en-US"/>
        </a:p>
      </dgm:t>
    </dgm:pt>
    <dgm:pt modelId="{6280604A-4F33-4A5C-A861-12EF1E58567D}" type="sibTrans" cxnId="{A261B869-D131-46BA-81D0-EBCCF29C585D}">
      <dgm:prSet/>
      <dgm:spPr/>
      <dgm:t>
        <a:bodyPr/>
        <a:lstStyle/>
        <a:p>
          <a:endParaRPr lang="en-US"/>
        </a:p>
      </dgm:t>
    </dgm:pt>
    <dgm:pt modelId="{B543EE05-C0D1-4090-A9B0-F29BC6D5208D}" type="pres">
      <dgm:prSet presAssocID="{BAEA0918-14C7-48BB-BE2A-423DF7FAEB1A}" presName="root" presStyleCnt="0">
        <dgm:presLayoutVars>
          <dgm:dir/>
          <dgm:resizeHandles val="exact"/>
        </dgm:presLayoutVars>
      </dgm:prSet>
      <dgm:spPr/>
    </dgm:pt>
    <dgm:pt modelId="{21FB529B-4F2C-4E2C-BB70-64C3D6233B0B}" type="pres">
      <dgm:prSet presAssocID="{D510D239-B54C-4EB4-BE41-D33DB598170C}" presName="compNode" presStyleCnt="0"/>
      <dgm:spPr/>
    </dgm:pt>
    <dgm:pt modelId="{B2F6BDDC-57C8-4E2E-A0B0-3A82EBD9704F}" type="pres">
      <dgm:prSet presAssocID="{D510D239-B54C-4EB4-BE41-D33DB598170C}" presName="bgRect" presStyleLbl="bgShp" presStyleIdx="0" presStyleCnt="3"/>
      <dgm:spPr/>
    </dgm:pt>
    <dgm:pt modelId="{682F4716-B036-46C5-8739-0AFF52C3862C}" type="pres">
      <dgm:prSet presAssocID="{D510D239-B54C-4EB4-BE41-D33DB59817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etoscópio"/>
        </a:ext>
      </dgm:extLst>
    </dgm:pt>
    <dgm:pt modelId="{EEF416FD-987D-455C-A640-6A7E5F28B136}" type="pres">
      <dgm:prSet presAssocID="{D510D239-B54C-4EB4-BE41-D33DB598170C}" presName="spaceRect" presStyleCnt="0"/>
      <dgm:spPr/>
    </dgm:pt>
    <dgm:pt modelId="{03824047-F3B9-433A-A30D-8526DC4051D3}" type="pres">
      <dgm:prSet presAssocID="{D510D239-B54C-4EB4-BE41-D33DB598170C}" presName="parTx" presStyleLbl="revTx" presStyleIdx="0" presStyleCnt="3">
        <dgm:presLayoutVars>
          <dgm:chMax val="0"/>
          <dgm:chPref val="0"/>
        </dgm:presLayoutVars>
      </dgm:prSet>
      <dgm:spPr/>
    </dgm:pt>
    <dgm:pt modelId="{0A780D99-C5D2-476A-924B-DDB8A38B1BBE}" type="pres">
      <dgm:prSet presAssocID="{1433DB9A-9BF6-4A65-96F0-0FD76C772D45}" presName="sibTrans" presStyleCnt="0"/>
      <dgm:spPr/>
    </dgm:pt>
    <dgm:pt modelId="{332C3A33-DD99-4A6C-82FF-226034E461E6}" type="pres">
      <dgm:prSet presAssocID="{B3C6BCAE-795B-46CA-A408-3C655034E2DD}" presName="compNode" presStyleCnt="0"/>
      <dgm:spPr/>
    </dgm:pt>
    <dgm:pt modelId="{C80DE3D4-5DF3-4825-BE98-5577C479683E}" type="pres">
      <dgm:prSet presAssocID="{B3C6BCAE-795B-46CA-A408-3C655034E2DD}" presName="bgRect" presStyleLbl="bgShp" presStyleIdx="1" presStyleCnt="3"/>
      <dgm:spPr/>
    </dgm:pt>
    <dgm:pt modelId="{114041D8-613C-4F46-93DF-F243E4198AE7}" type="pres">
      <dgm:prSet presAssocID="{B3C6BCAE-795B-46CA-A408-3C655034E2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3237D573-1A58-4B98-9E21-54887D114CF6}" type="pres">
      <dgm:prSet presAssocID="{B3C6BCAE-795B-46CA-A408-3C655034E2DD}" presName="spaceRect" presStyleCnt="0"/>
      <dgm:spPr/>
    </dgm:pt>
    <dgm:pt modelId="{5B8ADE70-1499-4596-8162-DAA10CF7A32E}" type="pres">
      <dgm:prSet presAssocID="{B3C6BCAE-795B-46CA-A408-3C655034E2DD}" presName="parTx" presStyleLbl="revTx" presStyleIdx="1" presStyleCnt="3">
        <dgm:presLayoutVars>
          <dgm:chMax val="0"/>
          <dgm:chPref val="0"/>
        </dgm:presLayoutVars>
      </dgm:prSet>
      <dgm:spPr/>
    </dgm:pt>
    <dgm:pt modelId="{63BE927A-32B5-426B-BD39-0762812AAEBD}" type="pres">
      <dgm:prSet presAssocID="{ED4DF429-D620-4A3F-AADE-357726A6B5CB}" presName="sibTrans" presStyleCnt="0"/>
      <dgm:spPr/>
    </dgm:pt>
    <dgm:pt modelId="{6FF3D7F2-E513-4DF4-BCA0-90C252CB0847}" type="pres">
      <dgm:prSet presAssocID="{BEE63E15-E254-4CAC-B219-D51296D70A36}" presName="compNode" presStyleCnt="0"/>
      <dgm:spPr/>
    </dgm:pt>
    <dgm:pt modelId="{ACF103D7-204F-47CB-95C2-9F427F3659D2}" type="pres">
      <dgm:prSet presAssocID="{BEE63E15-E254-4CAC-B219-D51296D70A36}" presName="bgRect" presStyleLbl="bgShp" presStyleIdx="2" presStyleCnt="3"/>
      <dgm:spPr/>
    </dgm:pt>
    <dgm:pt modelId="{2132C3E1-42A6-43BE-B8AE-9F9CEF775749}" type="pres">
      <dgm:prSet presAssocID="{BEE63E15-E254-4CAC-B219-D51296D70A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terodáctilo"/>
        </a:ext>
      </dgm:extLst>
    </dgm:pt>
    <dgm:pt modelId="{784A3170-2919-4957-A4E9-A303724E727B}" type="pres">
      <dgm:prSet presAssocID="{BEE63E15-E254-4CAC-B219-D51296D70A36}" presName="spaceRect" presStyleCnt="0"/>
      <dgm:spPr/>
    </dgm:pt>
    <dgm:pt modelId="{87844C2B-3A19-49CB-B745-017D105503B7}" type="pres">
      <dgm:prSet presAssocID="{BEE63E15-E254-4CAC-B219-D51296D70A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0C5812-9D75-41A5-831A-C46E4C0FA4F8}" type="presOf" srcId="{B3C6BCAE-795B-46CA-A408-3C655034E2DD}" destId="{5B8ADE70-1499-4596-8162-DAA10CF7A32E}" srcOrd="0" destOrd="0" presId="urn:microsoft.com/office/officeart/2018/2/layout/IconVerticalSolidList"/>
    <dgm:cxn modelId="{EA47EE35-EBB2-4C26-80A6-376471A5C432}" srcId="{BAEA0918-14C7-48BB-BE2A-423DF7FAEB1A}" destId="{D510D239-B54C-4EB4-BE41-D33DB598170C}" srcOrd="0" destOrd="0" parTransId="{7CA2B58F-78D9-43E6-BF35-D4E9C4468600}" sibTransId="{1433DB9A-9BF6-4A65-96F0-0FD76C772D45}"/>
    <dgm:cxn modelId="{A261B869-D131-46BA-81D0-EBCCF29C585D}" srcId="{BAEA0918-14C7-48BB-BE2A-423DF7FAEB1A}" destId="{BEE63E15-E254-4CAC-B219-D51296D70A36}" srcOrd="2" destOrd="0" parTransId="{61ED1A86-A9A0-422D-AADA-69B7490BC3DF}" sibTransId="{6280604A-4F33-4A5C-A861-12EF1E58567D}"/>
    <dgm:cxn modelId="{40742A54-10C9-4346-8E9E-5EE3248EC303}" type="presOf" srcId="{D510D239-B54C-4EB4-BE41-D33DB598170C}" destId="{03824047-F3B9-433A-A30D-8526DC4051D3}" srcOrd="0" destOrd="0" presId="urn:microsoft.com/office/officeart/2018/2/layout/IconVerticalSolidList"/>
    <dgm:cxn modelId="{C6AA557D-231B-4447-8277-7CE3B08C3070}" srcId="{BAEA0918-14C7-48BB-BE2A-423DF7FAEB1A}" destId="{B3C6BCAE-795B-46CA-A408-3C655034E2DD}" srcOrd="1" destOrd="0" parTransId="{B61645FA-B68D-41DB-9EF3-075809196C83}" sibTransId="{ED4DF429-D620-4A3F-AADE-357726A6B5CB}"/>
    <dgm:cxn modelId="{498ACCD0-4288-4311-BA14-76D1E5ABD12A}" type="presOf" srcId="{BEE63E15-E254-4CAC-B219-D51296D70A36}" destId="{87844C2B-3A19-49CB-B745-017D105503B7}" srcOrd="0" destOrd="0" presId="urn:microsoft.com/office/officeart/2018/2/layout/IconVerticalSolidList"/>
    <dgm:cxn modelId="{CB41E9F1-1AF2-488A-BA0D-CAF6D9A2F33C}" type="presOf" srcId="{BAEA0918-14C7-48BB-BE2A-423DF7FAEB1A}" destId="{B543EE05-C0D1-4090-A9B0-F29BC6D5208D}" srcOrd="0" destOrd="0" presId="urn:microsoft.com/office/officeart/2018/2/layout/IconVerticalSolidList"/>
    <dgm:cxn modelId="{86382651-E554-44D1-ADC0-900DEB860A21}" type="presParOf" srcId="{B543EE05-C0D1-4090-A9B0-F29BC6D5208D}" destId="{21FB529B-4F2C-4E2C-BB70-64C3D6233B0B}" srcOrd="0" destOrd="0" presId="urn:microsoft.com/office/officeart/2018/2/layout/IconVerticalSolidList"/>
    <dgm:cxn modelId="{E79A2973-F653-428F-8907-CACB84F25D39}" type="presParOf" srcId="{21FB529B-4F2C-4E2C-BB70-64C3D6233B0B}" destId="{B2F6BDDC-57C8-4E2E-A0B0-3A82EBD9704F}" srcOrd="0" destOrd="0" presId="urn:microsoft.com/office/officeart/2018/2/layout/IconVerticalSolidList"/>
    <dgm:cxn modelId="{0C0674CB-0E21-49A5-A25B-C827C3E2FC64}" type="presParOf" srcId="{21FB529B-4F2C-4E2C-BB70-64C3D6233B0B}" destId="{682F4716-B036-46C5-8739-0AFF52C3862C}" srcOrd="1" destOrd="0" presId="urn:microsoft.com/office/officeart/2018/2/layout/IconVerticalSolidList"/>
    <dgm:cxn modelId="{8D7A4542-FA05-4DCA-B0DF-4A96F5C586D9}" type="presParOf" srcId="{21FB529B-4F2C-4E2C-BB70-64C3D6233B0B}" destId="{EEF416FD-987D-455C-A640-6A7E5F28B136}" srcOrd="2" destOrd="0" presId="urn:microsoft.com/office/officeart/2018/2/layout/IconVerticalSolidList"/>
    <dgm:cxn modelId="{34E7C341-F943-44A5-A5D7-7122B32F0826}" type="presParOf" srcId="{21FB529B-4F2C-4E2C-BB70-64C3D6233B0B}" destId="{03824047-F3B9-433A-A30D-8526DC4051D3}" srcOrd="3" destOrd="0" presId="urn:microsoft.com/office/officeart/2018/2/layout/IconVerticalSolidList"/>
    <dgm:cxn modelId="{E200ECBA-A775-48FE-95E4-CAC442FACAA0}" type="presParOf" srcId="{B543EE05-C0D1-4090-A9B0-F29BC6D5208D}" destId="{0A780D99-C5D2-476A-924B-DDB8A38B1BBE}" srcOrd="1" destOrd="0" presId="urn:microsoft.com/office/officeart/2018/2/layout/IconVerticalSolidList"/>
    <dgm:cxn modelId="{7C715838-EA1C-42F9-ACCF-F2573CE23835}" type="presParOf" srcId="{B543EE05-C0D1-4090-A9B0-F29BC6D5208D}" destId="{332C3A33-DD99-4A6C-82FF-226034E461E6}" srcOrd="2" destOrd="0" presId="urn:microsoft.com/office/officeart/2018/2/layout/IconVerticalSolidList"/>
    <dgm:cxn modelId="{065420B0-8A01-4477-8404-CB1B0D8903DE}" type="presParOf" srcId="{332C3A33-DD99-4A6C-82FF-226034E461E6}" destId="{C80DE3D4-5DF3-4825-BE98-5577C479683E}" srcOrd="0" destOrd="0" presId="urn:microsoft.com/office/officeart/2018/2/layout/IconVerticalSolidList"/>
    <dgm:cxn modelId="{B650C0D4-3E2D-4523-9358-40CCA42C3C75}" type="presParOf" srcId="{332C3A33-DD99-4A6C-82FF-226034E461E6}" destId="{114041D8-613C-4F46-93DF-F243E4198AE7}" srcOrd="1" destOrd="0" presId="urn:microsoft.com/office/officeart/2018/2/layout/IconVerticalSolidList"/>
    <dgm:cxn modelId="{305A1040-37AD-4221-BC21-36ECE9925AA3}" type="presParOf" srcId="{332C3A33-DD99-4A6C-82FF-226034E461E6}" destId="{3237D573-1A58-4B98-9E21-54887D114CF6}" srcOrd="2" destOrd="0" presId="urn:microsoft.com/office/officeart/2018/2/layout/IconVerticalSolidList"/>
    <dgm:cxn modelId="{6412C6B8-9AD4-4564-978B-71B059F2BC84}" type="presParOf" srcId="{332C3A33-DD99-4A6C-82FF-226034E461E6}" destId="{5B8ADE70-1499-4596-8162-DAA10CF7A32E}" srcOrd="3" destOrd="0" presId="urn:microsoft.com/office/officeart/2018/2/layout/IconVerticalSolidList"/>
    <dgm:cxn modelId="{85765EAA-38BA-4897-85F5-6E224FEFCA40}" type="presParOf" srcId="{B543EE05-C0D1-4090-A9B0-F29BC6D5208D}" destId="{63BE927A-32B5-426B-BD39-0762812AAEBD}" srcOrd="3" destOrd="0" presId="urn:microsoft.com/office/officeart/2018/2/layout/IconVerticalSolidList"/>
    <dgm:cxn modelId="{7C5A3F8A-7C1D-47BE-96EA-7ED8BA380182}" type="presParOf" srcId="{B543EE05-C0D1-4090-A9B0-F29BC6D5208D}" destId="{6FF3D7F2-E513-4DF4-BCA0-90C252CB0847}" srcOrd="4" destOrd="0" presId="urn:microsoft.com/office/officeart/2018/2/layout/IconVerticalSolidList"/>
    <dgm:cxn modelId="{21643FD5-D665-4948-9243-A1E9CF2075F8}" type="presParOf" srcId="{6FF3D7F2-E513-4DF4-BCA0-90C252CB0847}" destId="{ACF103D7-204F-47CB-95C2-9F427F3659D2}" srcOrd="0" destOrd="0" presId="urn:microsoft.com/office/officeart/2018/2/layout/IconVerticalSolidList"/>
    <dgm:cxn modelId="{3FA69C4E-0BAE-4984-A3D1-A06025A3C42D}" type="presParOf" srcId="{6FF3D7F2-E513-4DF4-BCA0-90C252CB0847}" destId="{2132C3E1-42A6-43BE-B8AE-9F9CEF775749}" srcOrd="1" destOrd="0" presId="urn:microsoft.com/office/officeart/2018/2/layout/IconVerticalSolidList"/>
    <dgm:cxn modelId="{782E6D44-779D-40E7-A392-FAC2BFD95BC2}" type="presParOf" srcId="{6FF3D7F2-E513-4DF4-BCA0-90C252CB0847}" destId="{784A3170-2919-4957-A4E9-A303724E727B}" srcOrd="2" destOrd="0" presId="urn:microsoft.com/office/officeart/2018/2/layout/IconVerticalSolidList"/>
    <dgm:cxn modelId="{2373F448-1820-4A44-A37B-ADDBBEF5121C}" type="presParOf" srcId="{6FF3D7F2-E513-4DF4-BCA0-90C252CB0847}" destId="{87844C2B-3A19-49CB-B745-017D105503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E31EEA-FB0A-4F06-874B-D527A9B4F31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CE857B-CD14-4528-8C5F-6E324628F97B}">
      <dgm:prSet/>
      <dgm:spPr/>
      <dgm:t>
        <a:bodyPr/>
        <a:lstStyle/>
        <a:p>
          <a:pPr>
            <a:defRPr cap="all"/>
          </a:pPr>
          <a:r>
            <a:rPr lang="en-US"/>
            <a:t>Evolução do foto-realismo na computação gráfica</a:t>
          </a:r>
        </a:p>
      </dgm:t>
    </dgm:pt>
    <dgm:pt modelId="{1A1FAF3F-B057-406A-AB67-746E6EDD0A4C}" type="parTrans" cxnId="{AEB5448A-FBF2-4BF5-9D3C-B39248112A9B}">
      <dgm:prSet/>
      <dgm:spPr/>
      <dgm:t>
        <a:bodyPr/>
        <a:lstStyle/>
        <a:p>
          <a:endParaRPr lang="en-US"/>
        </a:p>
      </dgm:t>
    </dgm:pt>
    <dgm:pt modelId="{E9CBA721-7E84-4C22-9797-9E0AE2C3E960}" type="sibTrans" cxnId="{AEB5448A-FBF2-4BF5-9D3C-B39248112A9B}">
      <dgm:prSet/>
      <dgm:spPr/>
      <dgm:t>
        <a:bodyPr/>
        <a:lstStyle/>
        <a:p>
          <a:endParaRPr lang="en-US"/>
        </a:p>
      </dgm:t>
    </dgm:pt>
    <dgm:pt modelId="{3D6CF6F1-B01D-4EB0-B473-A5A3B6AD821F}">
      <dgm:prSet/>
      <dgm:spPr/>
      <dgm:t>
        <a:bodyPr/>
        <a:lstStyle/>
        <a:p>
          <a:pPr>
            <a:defRPr cap="all"/>
          </a:pPr>
          <a:r>
            <a:rPr lang="en-US"/>
            <a:t>Ray Tracing: técnica poderosa e conceitualmente simples</a:t>
          </a:r>
        </a:p>
      </dgm:t>
    </dgm:pt>
    <dgm:pt modelId="{20711EEA-2A0D-49E2-8FDA-A8ADBD2641AB}" type="parTrans" cxnId="{67B10C2D-3FA3-4881-BE02-D98EBD8BD5CC}">
      <dgm:prSet/>
      <dgm:spPr/>
      <dgm:t>
        <a:bodyPr/>
        <a:lstStyle/>
        <a:p>
          <a:endParaRPr lang="en-US"/>
        </a:p>
      </dgm:t>
    </dgm:pt>
    <dgm:pt modelId="{B1F1B357-26D4-4148-A66F-78C455CC0BA3}" type="sibTrans" cxnId="{67B10C2D-3FA3-4881-BE02-D98EBD8BD5CC}">
      <dgm:prSet/>
      <dgm:spPr/>
      <dgm:t>
        <a:bodyPr/>
        <a:lstStyle/>
        <a:p>
          <a:endParaRPr lang="en-US"/>
        </a:p>
      </dgm:t>
    </dgm:pt>
    <dgm:pt modelId="{BD30616B-181E-433C-A9D2-5B94685CA476}">
      <dgm:prSet/>
      <dgm:spPr/>
      <dgm:t>
        <a:bodyPr/>
        <a:lstStyle/>
        <a:p>
          <a:pPr>
            <a:defRPr cap="all"/>
          </a:pPr>
          <a:r>
            <a:rPr lang="en-US"/>
            <a:t>Capaz de simular sombras, reflexões, transparência e profundidade de campo</a:t>
          </a:r>
        </a:p>
      </dgm:t>
    </dgm:pt>
    <dgm:pt modelId="{ED69E450-2882-4752-8B26-6C4AF389DDD1}" type="parTrans" cxnId="{21045078-0403-4FD7-9579-F691EB1A1ED6}">
      <dgm:prSet/>
      <dgm:spPr/>
      <dgm:t>
        <a:bodyPr/>
        <a:lstStyle/>
        <a:p>
          <a:endParaRPr lang="en-US"/>
        </a:p>
      </dgm:t>
    </dgm:pt>
    <dgm:pt modelId="{DFCA9F75-C580-4DEB-9C36-D1524BEC67E5}" type="sibTrans" cxnId="{21045078-0403-4FD7-9579-F691EB1A1ED6}">
      <dgm:prSet/>
      <dgm:spPr/>
      <dgm:t>
        <a:bodyPr/>
        <a:lstStyle/>
        <a:p>
          <a:endParaRPr lang="en-US"/>
        </a:p>
      </dgm:t>
    </dgm:pt>
    <dgm:pt modelId="{D6EB867A-5947-4048-8A49-11547C2283BA}">
      <dgm:prSet/>
      <dgm:spPr/>
      <dgm:t>
        <a:bodyPr/>
        <a:lstStyle/>
        <a:p>
          <a:pPr>
            <a:defRPr cap="all"/>
          </a:pPr>
          <a:r>
            <a:rPr lang="en-US"/>
            <a:t>Objetivo: estudar Ray Tracing e implementar ray tracer em Python</a:t>
          </a:r>
        </a:p>
      </dgm:t>
    </dgm:pt>
    <dgm:pt modelId="{A3664A54-BF1F-4055-BDEC-CE67A5B9A3D2}" type="parTrans" cxnId="{C6D8F929-392F-4463-84C5-81219FEE6771}">
      <dgm:prSet/>
      <dgm:spPr/>
      <dgm:t>
        <a:bodyPr/>
        <a:lstStyle/>
        <a:p>
          <a:endParaRPr lang="en-US"/>
        </a:p>
      </dgm:t>
    </dgm:pt>
    <dgm:pt modelId="{78236BA4-5FC0-4A3D-B0B3-7B3DBB513C8A}" type="sibTrans" cxnId="{C6D8F929-392F-4463-84C5-81219FEE6771}">
      <dgm:prSet/>
      <dgm:spPr/>
      <dgm:t>
        <a:bodyPr/>
        <a:lstStyle/>
        <a:p>
          <a:endParaRPr lang="en-US"/>
        </a:p>
      </dgm:t>
    </dgm:pt>
    <dgm:pt modelId="{D252F57B-EF11-4B05-A600-BAD4A8D10542}" type="pres">
      <dgm:prSet presAssocID="{76E31EEA-FB0A-4F06-874B-D527A9B4F31B}" presName="root" presStyleCnt="0">
        <dgm:presLayoutVars>
          <dgm:dir/>
          <dgm:resizeHandles val="exact"/>
        </dgm:presLayoutVars>
      </dgm:prSet>
      <dgm:spPr/>
    </dgm:pt>
    <dgm:pt modelId="{2E253C00-FC28-4ED5-B569-E4DD36D8CA94}" type="pres">
      <dgm:prSet presAssocID="{B7CE857B-CD14-4528-8C5F-6E324628F97B}" presName="compNode" presStyleCnt="0"/>
      <dgm:spPr/>
    </dgm:pt>
    <dgm:pt modelId="{DF69C137-E418-479F-87B8-88967B96FB6D}" type="pres">
      <dgm:prSet presAssocID="{B7CE857B-CD14-4528-8C5F-6E324628F97B}" presName="iconBgRect" presStyleLbl="bgShp" presStyleIdx="0" presStyleCnt="4"/>
      <dgm:spPr/>
    </dgm:pt>
    <dgm:pt modelId="{83AC37F4-08CC-413C-94EE-E761D913D309}" type="pres">
      <dgm:prSet presAssocID="{B7CE857B-CD14-4528-8C5F-6E324628F9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âmera"/>
        </a:ext>
      </dgm:extLst>
    </dgm:pt>
    <dgm:pt modelId="{AE05AE59-FD80-4A64-840F-FDABAFF57E5B}" type="pres">
      <dgm:prSet presAssocID="{B7CE857B-CD14-4528-8C5F-6E324628F97B}" presName="spaceRect" presStyleCnt="0"/>
      <dgm:spPr/>
    </dgm:pt>
    <dgm:pt modelId="{5A358F8C-298E-406A-92F3-B383A0B2D4E1}" type="pres">
      <dgm:prSet presAssocID="{B7CE857B-CD14-4528-8C5F-6E324628F97B}" presName="textRect" presStyleLbl="revTx" presStyleIdx="0" presStyleCnt="4">
        <dgm:presLayoutVars>
          <dgm:chMax val="1"/>
          <dgm:chPref val="1"/>
        </dgm:presLayoutVars>
      </dgm:prSet>
      <dgm:spPr/>
    </dgm:pt>
    <dgm:pt modelId="{E40147AC-BAA6-44F9-88F6-0F438171A1A8}" type="pres">
      <dgm:prSet presAssocID="{E9CBA721-7E84-4C22-9797-9E0AE2C3E960}" presName="sibTrans" presStyleCnt="0"/>
      <dgm:spPr/>
    </dgm:pt>
    <dgm:pt modelId="{88748E1C-D3A8-4601-9408-4B5A6F751851}" type="pres">
      <dgm:prSet presAssocID="{3D6CF6F1-B01D-4EB0-B473-A5A3B6AD821F}" presName="compNode" presStyleCnt="0"/>
      <dgm:spPr/>
    </dgm:pt>
    <dgm:pt modelId="{84EF6193-60F0-4520-8D62-50C5A7768A8B}" type="pres">
      <dgm:prSet presAssocID="{3D6CF6F1-B01D-4EB0-B473-A5A3B6AD821F}" presName="iconBgRect" presStyleLbl="bgShp" presStyleIdx="1" presStyleCnt="4"/>
      <dgm:spPr/>
    </dgm:pt>
    <dgm:pt modelId="{71950DD7-4E14-49A9-87E2-B9B1C5B64355}" type="pres">
      <dgm:prSet presAssocID="{3D6CF6F1-B01D-4EB0-B473-A5A3B6AD82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ópio"/>
        </a:ext>
      </dgm:extLst>
    </dgm:pt>
    <dgm:pt modelId="{7E675EAD-FD76-4AF4-B24F-38BEEF8E248A}" type="pres">
      <dgm:prSet presAssocID="{3D6CF6F1-B01D-4EB0-B473-A5A3B6AD821F}" presName="spaceRect" presStyleCnt="0"/>
      <dgm:spPr/>
    </dgm:pt>
    <dgm:pt modelId="{1B32437E-E4FF-40F6-AFAE-4692F531D504}" type="pres">
      <dgm:prSet presAssocID="{3D6CF6F1-B01D-4EB0-B473-A5A3B6AD821F}" presName="textRect" presStyleLbl="revTx" presStyleIdx="1" presStyleCnt="4">
        <dgm:presLayoutVars>
          <dgm:chMax val="1"/>
          <dgm:chPref val="1"/>
        </dgm:presLayoutVars>
      </dgm:prSet>
      <dgm:spPr/>
    </dgm:pt>
    <dgm:pt modelId="{206E7F29-97C8-472C-AB6E-402EF810ACF7}" type="pres">
      <dgm:prSet presAssocID="{B1F1B357-26D4-4148-A66F-78C455CC0BA3}" presName="sibTrans" presStyleCnt="0"/>
      <dgm:spPr/>
    </dgm:pt>
    <dgm:pt modelId="{AB1D1EB8-212C-4E1A-BF78-7AC5FDD5BD54}" type="pres">
      <dgm:prSet presAssocID="{BD30616B-181E-433C-A9D2-5B94685CA476}" presName="compNode" presStyleCnt="0"/>
      <dgm:spPr/>
    </dgm:pt>
    <dgm:pt modelId="{0DC54FCF-9F1C-4139-9FF2-CA3F99ADF7B3}" type="pres">
      <dgm:prSet presAssocID="{BD30616B-181E-433C-A9D2-5B94685CA476}" presName="iconBgRect" presStyleLbl="bgShp" presStyleIdx="2" presStyleCnt="4"/>
      <dgm:spPr/>
    </dgm:pt>
    <dgm:pt modelId="{93C9DBF4-524E-4D37-AC77-E40552B19CB8}" type="pres">
      <dgm:prSet presAssocID="{BD30616B-181E-433C-A9D2-5B94685CA47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EE342BF4-0853-413C-8153-91A6BD031304}" type="pres">
      <dgm:prSet presAssocID="{BD30616B-181E-433C-A9D2-5B94685CA476}" presName="spaceRect" presStyleCnt="0"/>
      <dgm:spPr/>
    </dgm:pt>
    <dgm:pt modelId="{A432C96E-CA6C-4927-9291-9CB07BE3717D}" type="pres">
      <dgm:prSet presAssocID="{BD30616B-181E-433C-A9D2-5B94685CA476}" presName="textRect" presStyleLbl="revTx" presStyleIdx="2" presStyleCnt="4">
        <dgm:presLayoutVars>
          <dgm:chMax val="1"/>
          <dgm:chPref val="1"/>
        </dgm:presLayoutVars>
      </dgm:prSet>
      <dgm:spPr/>
    </dgm:pt>
    <dgm:pt modelId="{1289F4FA-AB6A-4999-8375-2A6828256372}" type="pres">
      <dgm:prSet presAssocID="{DFCA9F75-C580-4DEB-9C36-D1524BEC67E5}" presName="sibTrans" presStyleCnt="0"/>
      <dgm:spPr/>
    </dgm:pt>
    <dgm:pt modelId="{C5C442F5-46A1-42EB-944C-CF4CB3D547D1}" type="pres">
      <dgm:prSet presAssocID="{D6EB867A-5947-4048-8A49-11547C2283BA}" presName="compNode" presStyleCnt="0"/>
      <dgm:spPr/>
    </dgm:pt>
    <dgm:pt modelId="{2C86F699-B247-4061-B674-6149848CB59C}" type="pres">
      <dgm:prSet presAssocID="{D6EB867A-5947-4048-8A49-11547C2283BA}" presName="iconBgRect" presStyleLbl="bgShp" presStyleIdx="3" presStyleCnt="4"/>
      <dgm:spPr/>
    </dgm:pt>
    <dgm:pt modelId="{D70BF177-12DF-4F2B-B6E6-A18BDB59268D}" type="pres">
      <dgm:prSet presAssocID="{D6EB867A-5947-4048-8A49-11547C2283B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C5D4634-3F83-49C3-BBA4-4BC8FBA859BA}" type="pres">
      <dgm:prSet presAssocID="{D6EB867A-5947-4048-8A49-11547C2283BA}" presName="spaceRect" presStyleCnt="0"/>
      <dgm:spPr/>
    </dgm:pt>
    <dgm:pt modelId="{E0495356-6962-48D5-81B5-4688801A1E93}" type="pres">
      <dgm:prSet presAssocID="{D6EB867A-5947-4048-8A49-11547C2283B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D8F929-392F-4463-84C5-81219FEE6771}" srcId="{76E31EEA-FB0A-4F06-874B-D527A9B4F31B}" destId="{D6EB867A-5947-4048-8A49-11547C2283BA}" srcOrd="3" destOrd="0" parTransId="{A3664A54-BF1F-4055-BDEC-CE67A5B9A3D2}" sibTransId="{78236BA4-5FC0-4A3D-B0B3-7B3DBB513C8A}"/>
    <dgm:cxn modelId="{67B10C2D-3FA3-4881-BE02-D98EBD8BD5CC}" srcId="{76E31EEA-FB0A-4F06-874B-D527A9B4F31B}" destId="{3D6CF6F1-B01D-4EB0-B473-A5A3B6AD821F}" srcOrd="1" destOrd="0" parTransId="{20711EEA-2A0D-49E2-8FDA-A8ADBD2641AB}" sibTransId="{B1F1B357-26D4-4148-A66F-78C455CC0BA3}"/>
    <dgm:cxn modelId="{F4E30B39-1AC1-49DE-A1D7-DD46DF53D475}" type="presOf" srcId="{D6EB867A-5947-4048-8A49-11547C2283BA}" destId="{E0495356-6962-48D5-81B5-4688801A1E93}" srcOrd="0" destOrd="0" presId="urn:microsoft.com/office/officeart/2018/5/layout/IconCircleLabelList"/>
    <dgm:cxn modelId="{6BF6B739-C259-4511-BB47-D6A7F709C2F3}" type="presOf" srcId="{BD30616B-181E-433C-A9D2-5B94685CA476}" destId="{A432C96E-CA6C-4927-9291-9CB07BE3717D}" srcOrd="0" destOrd="0" presId="urn:microsoft.com/office/officeart/2018/5/layout/IconCircleLabelList"/>
    <dgm:cxn modelId="{0684FA77-772B-4E6E-AFCC-5F879E99306E}" type="presOf" srcId="{76E31EEA-FB0A-4F06-874B-D527A9B4F31B}" destId="{D252F57B-EF11-4B05-A600-BAD4A8D10542}" srcOrd="0" destOrd="0" presId="urn:microsoft.com/office/officeart/2018/5/layout/IconCircleLabelList"/>
    <dgm:cxn modelId="{21045078-0403-4FD7-9579-F691EB1A1ED6}" srcId="{76E31EEA-FB0A-4F06-874B-D527A9B4F31B}" destId="{BD30616B-181E-433C-A9D2-5B94685CA476}" srcOrd="2" destOrd="0" parTransId="{ED69E450-2882-4752-8B26-6C4AF389DDD1}" sibTransId="{DFCA9F75-C580-4DEB-9C36-D1524BEC67E5}"/>
    <dgm:cxn modelId="{AEB5448A-FBF2-4BF5-9D3C-B39248112A9B}" srcId="{76E31EEA-FB0A-4F06-874B-D527A9B4F31B}" destId="{B7CE857B-CD14-4528-8C5F-6E324628F97B}" srcOrd="0" destOrd="0" parTransId="{1A1FAF3F-B057-406A-AB67-746E6EDD0A4C}" sibTransId="{E9CBA721-7E84-4C22-9797-9E0AE2C3E960}"/>
    <dgm:cxn modelId="{0007E38C-0D6B-424B-9C21-D269FD356C4B}" type="presOf" srcId="{B7CE857B-CD14-4528-8C5F-6E324628F97B}" destId="{5A358F8C-298E-406A-92F3-B383A0B2D4E1}" srcOrd="0" destOrd="0" presId="urn:microsoft.com/office/officeart/2018/5/layout/IconCircleLabelList"/>
    <dgm:cxn modelId="{02B6D0DE-E8C5-4E52-86B5-ED64F2A631DF}" type="presOf" srcId="{3D6CF6F1-B01D-4EB0-B473-A5A3B6AD821F}" destId="{1B32437E-E4FF-40F6-AFAE-4692F531D504}" srcOrd="0" destOrd="0" presId="urn:microsoft.com/office/officeart/2018/5/layout/IconCircleLabelList"/>
    <dgm:cxn modelId="{C10BC327-D006-457A-B34C-F42C36C680CC}" type="presParOf" srcId="{D252F57B-EF11-4B05-A600-BAD4A8D10542}" destId="{2E253C00-FC28-4ED5-B569-E4DD36D8CA94}" srcOrd="0" destOrd="0" presId="urn:microsoft.com/office/officeart/2018/5/layout/IconCircleLabelList"/>
    <dgm:cxn modelId="{99DE870A-E067-499C-986C-66875A3383FE}" type="presParOf" srcId="{2E253C00-FC28-4ED5-B569-E4DD36D8CA94}" destId="{DF69C137-E418-479F-87B8-88967B96FB6D}" srcOrd="0" destOrd="0" presId="urn:microsoft.com/office/officeart/2018/5/layout/IconCircleLabelList"/>
    <dgm:cxn modelId="{763E07A8-5A76-4CEA-AC52-3920018D58A2}" type="presParOf" srcId="{2E253C00-FC28-4ED5-B569-E4DD36D8CA94}" destId="{83AC37F4-08CC-413C-94EE-E761D913D309}" srcOrd="1" destOrd="0" presId="urn:microsoft.com/office/officeart/2018/5/layout/IconCircleLabelList"/>
    <dgm:cxn modelId="{AF2D29A2-9AF2-4E03-BE9A-D1C4276D1DA0}" type="presParOf" srcId="{2E253C00-FC28-4ED5-B569-E4DD36D8CA94}" destId="{AE05AE59-FD80-4A64-840F-FDABAFF57E5B}" srcOrd="2" destOrd="0" presId="urn:microsoft.com/office/officeart/2018/5/layout/IconCircleLabelList"/>
    <dgm:cxn modelId="{C4DE53A6-9413-4167-8730-FC31EBBB7D40}" type="presParOf" srcId="{2E253C00-FC28-4ED5-B569-E4DD36D8CA94}" destId="{5A358F8C-298E-406A-92F3-B383A0B2D4E1}" srcOrd="3" destOrd="0" presId="urn:microsoft.com/office/officeart/2018/5/layout/IconCircleLabelList"/>
    <dgm:cxn modelId="{BFFAE9F3-4608-4C4F-9855-AD4F8FBCD9E3}" type="presParOf" srcId="{D252F57B-EF11-4B05-A600-BAD4A8D10542}" destId="{E40147AC-BAA6-44F9-88F6-0F438171A1A8}" srcOrd="1" destOrd="0" presId="urn:microsoft.com/office/officeart/2018/5/layout/IconCircleLabelList"/>
    <dgm:cxn modelId="{DBFC1982-E6E6-4044-B06C-923604460E25}" type="presParOf" srcId="{D252F57B-EF11-4B05-A600-BAD4A8D10542}" destId="{88748E1C-D3A8-4601-9408-4B5A6F751851}" srcOrd="2" destOrd="0" presId="urn:microsoft.com/office/officeart/2018/5/layout/IconCircleLabelList"/>
    <dgm:cxn modelId="{5DA36B90-6D81-4094-BE8C-C6648D04F21A}" type="presParOf" srcId="{88748E1C-D3A8-4601-9408-4B5A6F751851}" destId="{84EF6193-60F0-4520-8D62-50C5A7768A8B}" srcOrd="0" destOrd="0" presId="urn:microsoft.com/office/officeart/2018/5/layout/IconCircleLabelList"/>
    <dgm:cxn modelId="{6C9C314B-F437-4D6B-A8CA-06047F078C72}" type="presParOf" srcId="{88748E1C-D3A8-4601-9408-4B5A6F751851}" destId="{71950DD7-4E14-49A9-87E2-B9B1C5B64355}" srcOrd="1" destOrd="0" presId="urn:microsoft.com/office/officeart/2018/5/layout/IconCircleLabelList"/>
    <dgm:cxn modelId="{FB99CEFF-FDF3-496A-9FCB-5A7334707765}" type="presParOf" srcId="{88748E1C-D3A8-4601-9408-4B5A6F751851}" destId="{7E675EAD-FD76-4AF4-B24F-38BEEF8E248A}" srcOrd="2" destOrd="0" presId="urn:microsoft.com/office/officeart/2018/5/layout/IconCircleLabelList"/>
    <dgm:cxn modelId="{E9D7B0B4-1C51-4033-AE79-555552E75B33}" type="presParOf" srcId="{88748E1C-D3A8-4601-9408-4B5A6F751851}" destId="{1B32437E-E4FF-40F6-AFAE-4692F531D504}" srcOrd="3" destOrd="0" presId="urn:microsoft.com/office/officeart/2018/5/layout/IconCircleLabelList"/>
    <dgm:cxn modelId="{79B1197A-9D1E-45A1-8A0B-8CD9B0E1BF53}" type="presParOf" srcId="{D252F57B-EF11-4B05-A600-BAD4A8D10542}" destId="{206E7F29-97C8-472C-AB6E-402EF810ACF7}" srcOrd="3" destOrd="0" presId="urn:microsoft.com/office/officeart/2018/5/layout/IconCircleLabelList"/>
    <dgm:cxn modelId="{212E31C6-2BD8-4458-8A71-6673E0C32C9C}" type="presParOf" srcId="{D252F57B-EF11-4B05-A600-BAD4A8D10542}" destId="{AB1D1EB8-212C-4E1A-BF78-7AC5FDD5BD54}" srcOrd="4" destOrd="0" presId="urn:microsoft.com/office/officeart/2018/5/layout/IconCircleLabelList"/>
    <dgm:cxn modelId="{18D4A029-2B4C-4B74-AC86-CB990C7A4621}" type="presParOf" srcId="{AB1D1EB8-212C-4E1A-BF78-7AC5FDD5BD54}" destId="{0DC54FCF-9F1C-4139-9FF2-CA3F99ADF7B3}" srcOrd="0" destOrd="0" presId="urn:microsoft.com/office/officeart/2018/5/layout/IconCircleLabelList"/>
    <dgm:cxn modelId="{4A68CF82-B951-4ABF-BACC-2CE302E58AC0}" type="presParOf" srcId="{AB1D1EB8-212C-4E1A-BF78-7AC5FDD5BD54}" destId="{93C9DBF4-524E-4D37-AC77-E40552B19CB8}" srcOrd="1" destOrd="0" presId="urn:microsoft.com/office/officeart/2018/5/layout/IconCircleLabelList"/>
    <dgm:cxn modelId="{362E4E2B-4CB4-414A-AB0B-80CC3FB13EAA}" type="presParOf" srcId="{AB1D1EB8-212C-4E1A-BF78-7AC5FDD5BD54}" destId="{EE342BF4-0853-413C-8153-91A6BD031304}" srcOrd="2" destOrd="0" presId="urn:microsoft.com/office/officeart/2018/5/layout/IconCircleLabelList"/>
    <dgm:cxn modelId="{203797EA-1B56-4D61-AA6A-55B8333580DA}" type="presParOf" srcId="{AB1D1EB8-212C-4E1A-BF78-7AC5FDD5BD54}" destId="{A432C96E-CA6C-4927-9291-9CB07BE3717D}" srcOrd="3" destOrd="0" presId="urn:microsoft.com/office/officeart/2018/5/layout/IconCircleLabelList"/>
    <dgm:cxn modelId="{AFC35996-0662-4FD7-AFFB-29AA2FA0F78B}" type="presParOf" srcId="{D252F57B-EF11-4B05-A600-BAD4A8D10542}" destId="{1289F4FA-AB6A-4999-8375-2A6828256372}" srcOrd="5" destOrd="0" presId="urn:microsoft.com/office/officeart/2018/5/layout/IconCircleLabelList"/>
    <dgm:cxn modelId="{5C178BFC-C47C-467C-9628-B876E4F1C374}" type="presParOf" srcId="{D252F57B-EF11-4B05-A600-BAD4A8D10542}" destId="{C5C442F5-46A1-42EB-944C-CF4CB3D547D1}" srcOrd="6" destOrd="0" presId="urn:microsoft.com/office/officeart/2018/5/layout/IconCircleLabelList"/>
    <dgm:cxn modelId="{F9BDBD8A-50E2-41BD-ABCC-B1AC9DC111FB}" type="presParOf" srcId="{C5C442F5-46A1-42EB-944C-CF4CB3D547D1}" destId="{2C86F699-B247-4061-B674-6149848CB59C}" srcOrd="0" destOrd="0" presId="urn:microsoft.com/office/officeart/2018/5/layout/IconCircleLabelList"/>
    <dgm:cxn modelId="{DD9A825F-A1EB-4AA6-97AC-56622B78C036}" type="presParOf" srcId="{C5C442F5-46A1-42EB-944C-CF4CB3D547D1}" destId="{D70BF177-12DF-4F2B-B6E6-A18BDB59268D}" srcOrd="1" destOrd="0" presId="urn:microsoft.com/office/officeart/2018/5/layout/IconCircleLabelList"/>
    <dgm:cxn modelId="{1F5F5C80-3A4B-4D7B-A944-0534444EC748}" type="presParOf" srcId="{C5C442F5-46A1-42EB-944C-CF4CB3D547D1}" destId="{3C5D4634-3F83-49C3-BBA4-4BC8FBA859BA}" srcOrd="2" destOrd="0" presId="urn:microsoft.com/office/officeart/2018/5/layout/IconCircleLabelList"/>
    <dgm:cxn modelId="{DA7DE8BD-8CC0-4CF7-ADB0-E87861ECBD9B}" type="presParOf" srcId="{C5C442F5-46A1-42EB-944C-CF4CB3D547D1}" destId="{E0495356-6962-48D5-81B5-4688801A1E9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4D7998-D9BC-4739-AE8A-7DDD8EF0869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23DC20-E07B-44FC-B123-45B9E9129FF1}">
      <dgm:prSet/>
      <dgm:spPr/>
      <dgm:t>
        <a:bodyPr/>
        <a:lstStyle/>
        <a:p>
          <a:r>
            <a:rPr lang="en-US"/>
            <a:t>Título: Introdução ao Ray Tracing</a:t>
          </a:r>
        </a:p>
      </dgm:t>
    </dgm:pt>
    <dgm:pt modelId="{59FB4DC0-F481-472F-9903-F0F81E6837E9}" type="parTrans" cxnId="{B4897221-7858-489B-9F48-6659C2BB8A0A}">
      <dgm:prSet/>
      <dgm:spPr/>
      <dgm:t>
        <a:bodyPr/>
        <a:lstStyle/>
        <a:p>
          <a:endParaRPr lang="en-US"/>
        </a:p>
      </dgm:t>
    </dgm:pt>
    <dgm:pt modelId="{ECAABC24-34DE-428E-9C53-B2A7443E68C4}" type="sibTrans" cxnId="{B4897221-7858-489B-9F48-6659C2BB8A0A}">
      <dgm:prSet/>
      <dgm:spPr/>
      <dgm:t>
        <a:bodyPr/>
        <a:lstStyle/>
        <a:p>
          <a:endParaRPr lang="en-US"/>
        </a:p>
      </dgm:t>
    </dgm:pt>
    <dgm:pt modelId="{E6DDD681-A080-41C9-BB04-5D61C4B7A3EF}">
      <dgm:prSet/>
      <dgm:spPr/>
      <dgm:t>
        <a:bodyPr/>
        <a:lstStyle/>
        <a:p>
          <a:r>
            <a:rPr lang="en-US"/>
            <a:t>Autor: Fernando Wagner Serpa Vieira da Silva</a:t>
          </a:r>
        </a:p>
      </dgm:t>
    </dgm:pt>
    <dgm:pt modelId="{79743D21-0849-4723-BFD4-49346C78BCC3}" type="parTrans" cxnId="{79B99766-AE45-4C2B-9F77-1C7CCE1514DF}">
      <dgm:prSet/>
      <dgm:spPr/>
      <dgm:t>
        <a:bodyPr/>
        <a:lstStyle/>
        <a:p>
          <a:endParaRPr lang="en-US"/>
        </a:p>
      </dgm:t>
    </dgm:pt>
    <dgm:pt modelId="{1B2E0A89-B124-45E4-9B73-463F3AC4132A}" type="sibTrans" cxnId="{79B99766-AE45-4C2B-9F77-1C7CCE1514DF}">
      <dgm:prSet/>
      <dgm:spPr/>
      <dgm:t>
        <a:bodyPr/>
        <a:lstStyle/>
        <a:p>
          <a:endParaRPr lang="en-US"/>
        </a:p>
      </dgm:t>
    </dgm:pt>
    <dgm:pt modelId="{E053B3DD-9780-4679-85AA-DDF9D80953C3}">
      <dgm:prSet/>
      <dgm:spPr/>
      <dgm:t>
        <a:bodyPr/>
        <a:lstStyle/>
        <a:p>
          <a:r>
            <a:rPr lang="en-US"/>
            <a:t>Instituição: COPPE/UFRJ – Lab. de Computação Gráfica</a:t>
          </a:r>
        </a:p>
      </dgm:t>
    </dgm:pt>
    <dgm:pt modelId="{6535A8E2-B868-4971-8556-745D36466E87}" type="parTrans" cxnId="{556ED687-FBE3-4D94-89E4-4136403B1EB8}">
      <dgm:prSet/>
      <dgm:spPr/>
      <dgm:t>
        <a:bodyPr/>
        <a:lstStyle/>
        <a:p>
          <a:endParaRPr lang="en-US"/>
        </a:p>
      </dgm:t>
    </dgm:pt>
    <dgm:pt modelId="{89999B4B-428E-4424-8053-1E4217DD0CF2}" type="sibTrans" cxnId="{556ED687-FBE3-4D94-89E4-4136403B1EB8}">
      <dgm:prSet/>
      <dgm:spPr/>
      <dgm:t>
        <a:bodyPr/>
        <a:lstStyle/>
        <a:p>
          <a:endParaRPr lang="en-US"/>
        </a:p>
      </dgm:t>
    </dgm:pt>
    <dgm:pt modelId="{75941E0A-282D-4AA0-943D-62D6E11B1202}">
      <dgm:prSet/>
      <dgm:spPr/>
      <dgm:t>
        <a:bodyPr/>
        <a:lstStyle/>
        <a:p>
          <a:r>
            <a:rPr lang="en-US"/>
            <a:t>Tipo: Relatório técnico introdutório</a:t>
          </a:r>
        </a:p>
      </dgm:t>
    </dgm:pt>
    <dgm:pt modelId="{DABBDE84-B910-419A-B140-300708F08488}" type="parTrans" cxnId="{7E4BB72C-CC97-46FF-A12A-44525AD3A830}">
      <dgm:prSet/>
      <dgm:spPr/>
      <dgm:t>
        <a:bodyPr/>
        <a:lstStyle/>
        <a:p>
          <a:endParaRPr lang="en-US"/>
        </a:p>
      </dgm:t>
    </dgm:pt>
    <dgm:pt modelId="{5550DE62-DE70-4AE9-A5C4-05398B7DDB1F}" type="sibTrans" cxnId="{7E4BB72C-CC97-46FF-A12A-44525AD3A830}">
      <dgm:prSet/>
      <dgm:spPr/>
      <dgm:t>
        <a:bodyPr/>
        <a:lstStyle/>
        <a:p>
          <a:endParaRPr lang="en-US"/>
        </a:p>
      </dgm:t>
    </dgm:pt>
    <dgm:pt modelId="{6F94B883-BB9F-4E9E-B354-7250DAA08933}" type="pres">
      <dgm:prSet presAssocID="{864D7998-D9BC-4739-AE8A-7DDD8EF08695}" presName="diagram" presStyleCnt="0">
        <dgm:presLayoutVars>
          <dgm:dir/>
          <dgm:resizeHandles val="exact"/>
        </dgm:presLayoutVars>
      </dgm:prSet>
      <dgm:spPr/>
    </dgm:pt>
    <dgm:pt modelId="{8D273F7B-32E6-4DEA-A203-0C71BDE9C0F3}" type="pres">
      <dgm:prSet presAssocID="{6923DC20-E07B-44FC-B123-45B9E9129FF1}" presName="node" presStyleLbl="node1" presStyleIdx="0" presStyleCnt="4">
        <dgm:presLayoutVars>
          <dgm:bulletEnabled val="1"/>
        </dgm:presLayoutVars>
      </dgm:prSet>
      <dgm:spPr/>
    </dgm:pt>
    <dgm:pt modelId="{00AAF104-931C-4C5B-ADFF-4AE79DDA5CB3}" type="pres">
      <dgm:prSet presAssocID="{ECAABC24-34DE-428E-9C53-B2A7443E68C4}" presName="sibTrans" presStyleCnt="0"/>
      <dgm:spPr/>
    </dgm:pt>
    <dgm:pt modelId="{8A9813F8-107E-4373-B82D-42AA57C8CBD4}" type="pres">
      <dgm:prSet presAssocID="{E6DDD681-A080-41C9-BB04-5D61C4B7A3EF}" presName="node" presStyleLbl="node1" presStyleIdx="1" presStyleCnt="4">
        <dgm:presLayoutVars>
          <dgm:bulletEnabled val="1"/>
        </dgm:presLayoutVars>
      </dgm:prSet>
      <dgm:spPr/>
    </dgm:pt>
    <dgm:pt modelId="{B34B6F7E-D105-4970-BA42-833B066D3D03}" type="pres">
      <dgm:prSet presAssocID="{1B2E0A89-B124-45E4-9B73-463F3AC4132A}" presName="sibTrans" presStyleCnt="0"/>
      <dgm:spPr/>
    </dgm:pt>
    <dgm:pt modelId="{3286A3FA-5E56-4001-BD3D-3851AB7F3B8A}" type="pres">
      <dgm:prSet presAssocID="{E053B3DD-9780-4679-85AA-DDF9D80953C3}" presName="node" presStyleLbl="node1" presStyleIdx="2" presStyleCnt="4">
        <dgm:presLayoutVars>
          <dgm:bulletEnabled val="1"/>
        </dgm:presLayoutVars>
      </dgm:prSet>
      <dgm:spPr/>
    </dgm:pt>
    <dgm:pt modelId="{D1BB211E-3EEB-4228-840A-F4BA0654A707}" type="pres">
      <dgm:prSet presAssocID="{89999B4B-428E-4424-8053-1E4217DD0CF2}" presName="sibTrans" presStyleCnt="0"/>
      <dgm:spPr/>
    </dgm:pt>
    <dgm:pt modelId="{A970A18A-B81C-4E9E-8A85-60C3829228A9}" type="pres">
      <dgm:prSet presAssocID="{75941E0A-282D-4AA0-943D-62D6E11B1202}" presName="node" presStyleLbl="node1" presStyleIdx="3" presStyleCnt="4">
        <dgm:presLayoutVars>
          <dgm:bulletEnabled val="1"/>
        </dgm:presLayoutVars>
      </dgm:prSet>
      <dgm:spPr/>
    </dgm:pt>
  </dgm:ptLst>
  <dgm:cxnLst>
    <dgm:cxn modelId="{E4C52419-6BC7-483B-BD87-A089C5868727}" type="presOf" srcId="{864D7998-D9BC-4739-AE8A-7DDD8EF08695}" destId="{6F94B883-BB9F-4E9E-B354-7250DAA08933}" srcOrd="0" destOrd="0" presId="urn:microsoft.com/office/officeart/2005/8/layout/default"/>
    <dgm:cxn modelId="{B4897221-7858-489B-9F48-6659C2BB8A0A}" srcId="{864D7998-D9BC-4739-AE8A-7DDD8EF08695}" destId="{6923DC20-E07B-44FC-B123-45B9E9129FF1}" srcOrd="0" destOrd="0" parTransId="{59FB4DC0-F481-472F-9903-F0F81E6837E9}" sibTransId="{ECAABC24-34DE-428E-9C53-B2A7443E68C4}"/>
    <dgm:cxn modelId="{6903B622-0FAF-4580-9A55-D7D7664B4D47}" type="presOf" srcId="{6923DC20-E07B-44FC-B123-45B9E9129FF1}" destId="{8D273F7B-32E6-4DEA-A203-0C71BDE9C0F3}" srcOrd="0" destOrd="0" presId="urn:microsoft.com/office/officeart/2005/8/layout/default"/>
    <dgm:cxn modelId="{7E4BB72C-CC97-46FF-A12A-44525AD3A830}" srcId="{864D7998-D9BC-4739-AE8A-7DDD8EF08695}" destId="{75941E0A-282D-4AA0-943D-62D6E11B1202}" srcOrd="3" destOrd="0" parTransId="{DABBDE84-B910-419A-B140-300708F08488}" sibTransId="{5550DE62-DE70-4AE9-A5C4-05398B7DDB1F}"/>
    <dgm:cxn modelId="{79B99766-AE45-4C2B-9F77-1C7CCE1514DF}" srcId="{864D7998-D9BC-4739-AE8A-7DDD8EF08695}" destId="{E6DDD681-A080-41C9-BB04-5D61C4B7A3EF}" srcOrd="1" destOrd="0" parTransId="{79743D21-0849-4723-BFD4-49346C78BCC3}" sibTransId="{1B2E0A89-B124-45E4-9B73-463F3AC4132A}"/>
    <dgm:cxn modelId="{C478E46D-BE32-49A9-9A5D-BF419208EB0D}" type="presOf" srcId="{75941E0A-282D-4AA0-943D-62D6E11B1202}" destId="{A970A18A-B81C-4E9E-8A85-60C3829228A9}" srcOrd="0" destOrd="0" presId="urn:microsoft.com/office/officeart/2005/8/layout/default"/>
    <dgm:cxn modelId="{556ED687-FBE3-4D94-89E4-4136403B1EB8}" srcId="{864D7998-D9BC-4739-AE8A-7DDD8EF08695}" destId="{E053B3DD-9780-4679-85AA-DDF9D80953C3}" srcOrd="2" destOrd="0" parTransId="{6535A8E2-B868-4971-8556-745D36466E87}" sibTransId="{89999B4B-428E-4424-8053-1E4217DD0CF2}"/>
    <dgm:cxn modelId="{8553308B-AF9D-4B38-B976-02B552D7656B}" type="presOf" srcId="{E053B3DD-9780-4679-85AA-DDF9D80953C3}" destId="{3286A3FA-5E56-4001-BD3D-3851AB7F3B8A}" srcOrd="0" destOrd="0" presId="urn:microsoft.com/office/officeart/2005/8/layout/default"/>
    <dgm:cxn modelId="{0C9E4DE9-7A99-4D19-8DA2-2693704006FE}" type="presOf" srcId="{E6DDD681-A080-41C9-BB04-5D61C4B7A3EF}" destId="{8A9813F8-107E-4373-B82D-42AA57C8CBD4}" srcOrd="0" destOrd="0" presId="urn:microsoft.com/office/officeart/2005/8/layout/default"/>
    <dgm:cxn modelId="{7924D1F6-580E-48D1-92E7-C148E6D8D145}" type="presParOf" srcId="{6F94B883-BB9F-4E9E-B354-7250DAA08933}" destId="{8D273F7B-32E6-4DEA-A203-0C71BDE9C0F3}" srcOrd="0" destOrd="0" presId="urn:microsoft.com/office/officeart/2005/8/layout/default"/>
    <dgm:cxn modelId="{11BF12A5-D9EB-4CEE-BDFB-5C62A3581DA5}" type="presParOf" srcId="{6F94B883-BB9F-4E9E-B354-7250DAA08933}" destId="{00AAF104-931C-4C5B-ADFF-4AE79DDA5CB3}" srcOrd="1" destOrd="0" presId="urn:microsoft.com/office/officeart/2005/8/layout/default"/>
    <dgm:cxn modelId="{26AF7F40-520D-4BCE-81E7-78DC88EFDF96}" type="presParOf" srcId="{6F94B883-BB9F-4E9E-B354-7250DAA08933}" destId="{8A9813F8-107E-4373-B82D-42AA57C8CBD4}" srcOrd="2" destOrd="0" presId="urn:microsoft.com/office/officeart/2005/8/layout/default"/>
    <dgm:cxn modelId="{F2C385FF-2381-46DE-8FD6-DF95976384BB}" type="presParOf" srcId="{6F94B883-BB9F-4E9E-B354-7250DAA08933}" destId="{B34B6F7E-D105-4970-BA42-833B066D3D03}" srcOrd="3" destOrd="0" presId="urn:microsoft.com/office/officeart/2005/8/layout/default"/>
    <dgm:cxn modelId="{584F6340-5949-4F61-8491-D1F6EAA2AEAE}" type="presParOf" srcId="{6F94B883-BB9F-4E9E-B354-7250DAA08933}" destId="{3286A3FA-5E56-4001-BD3D-3851AB7F3B8A}" srcOrd="4" destOrd="0" presId="urn:microsoft.com/office/officeart/2005/8/layout/default"/>
    <dgm:cxn modelId="{1F512015-0F2F-446A-8B38-E3BDF43AA9FA}" type="presParOf" srcId="{6F94B883-BB9F-4E9E-B354-7250DAA08933}" destId="{D1BB211E-3EEB-4228-840A-F4BA0654A707}" srcOrd="5" destOrd="0" presId="urn:microsoft.com/office/officeart/2005/8/layout/default"/>
    <dgm:cxn modelId="{FEBF418E-18B7-4959-8C63-B1100E80A7BB}" type="presParOf" srcId="{6F94B883-BB9F-4E9E-B354-7250DAA08933}" destId="{A970A18A-B81C-4E9E-8A85-60C3829228A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21B9A9-4D76-4411-9032-C6C22F8FE8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3AD1681-194C-4B32-9C84-0694DC666D8E}">
      <dgm:prSet/>
      <dgm:spPr/>
      <dgm:t>
        <a:bodyPr/>
        <a:lstStyle/>
        <a:p>
          <a:r>
            <a:rPr lang="en-US"/>
            <a:t>Divisão entre Modelagem e Visualização</a:t>
          </a:r>
        </a:p>
      </dgm:t>
    </dgm:pt>
    <dgm:pt modelId="{D6AE53E8-C8CA-47D8-8A79-DA5B5D39BF6D}" type="parTrans" cxnId="{65272F71-9B65-4233-8531-671C54EC1B60}">
      <dgm:prSet/>
      <dgm:spPr/>
      <dgm:t>
        <a:bodyPr/>
        <a:lstStyle/>
        <a:p>
          <a:endParaRPr lang="en-US"/>
        </a:p>
      </dgm:t>
    </dgm:pt>
    <dgm:pt modelId="{3A5D499A-B610-497F-A798-7F69946DC62B}" type="sibTrans" cxnId="{65272F71-9B65-4233-8531-671C54EC1B60}">
      <dgm:prSet/>
      <dgm:spPr/>
      <dgm:t>
        <a:bodyPr/>
        <a:lstStyle/>
        <a:p>
          <a:endParaRPr lang="en-US"/>
        </a:p>
      </dgm:t>
    </dgm:pt>
    <dgm:pt modelId="{E6480662-9DC6-4E91-A8BD-E408CE0E41D2}">
      <dgm:prSet/>
      <dgm:spPr/>
      <dgm:t>
        <a:bodyPr/>
        <a:lstStyle/>
        <a:p>
          <a:r>
            <a:rPr lang="en-US"/>
            <a:t>Apresentação do algoritmo básico de Ray Tracing (Ray Casting)</a:t>
          </a:r>
        </a:p>
      </dgm:t>
    </dgm:pt>
    <dgm:pt modelId="{43859CD8-5D50-4BB0-B6D5-3A9F885C860F}" type="parTrans" cxnId="{B102E1AE-AFAC-45C0-8DBE-1EBFC708CA87}">
      <dgm:prSet/>
      <dgm:spPr/>
      <dgm:t>
        <a:bodyPr/>
        <a:lstStyle/>
        <a:p>
          <a:endParaRPr lang="en-US"/>
        </a:p>
      </dgm:t>
    </dgm:pt>
    <dgm:pt modelId="{8B49D3E6-5A06-477D-9982-086AB5384D6C}" type="sibTrans" cxnId="{B102E1AE-AFAC-45C0-8DBE-1EBFC708CA87}">
      <dgm:prSet/>
      <dgm:spPr/>
      <dgm:t>
        <a:bodyPr/>
        <a:lstStyle/>
        <a:p>
          <a:endParaRPr lang="en-US"/>
        </a:p>
      </dgm:t>
    </dgm:pt>
    <dgm:pt modelId="{E5E143F0-1373-4C78-9A2C-0F877B7C925A}">
      <dgm:prSet/>
      <dgm:spPr/>
      <dgm:t>
        <a:bodyPr/>
        <a:lstStyle/>
        <a:p>
          <a:r>
            <a:rPr lang="en-US"/>
            <a:t>Interseção entre raios e primitivas (esferas, planos etc.)</a:t>
          </a:r>
        </a:p>
      </dgm:t>
    </dgm:pt>
    <dgm:pt modelId="{701150B6-C7CB-4308-9966-4F14D1E77E47}" type="parTrans" cxnId="{952C9D9E-719D-4AA5-AD6C-00CD5A30F803}">
      <dgm:prSet/>
      <dgm:spPr/>
      <dgm:t>
        <a:bodyPr/>
        <a:lstStyle/>
        <a:p>
          <a:endParaRPr lang="en-US"/>
        </a:p>
      </dgm:t>
    </dgm:pt>
    <dgm:pt modelId="{13C5CE8F-4922-4D3F-8290-094D2C5C6DB6}" type="sibTrans" cxnId="{952C9D9E-719D-4AA5-AD6C-00CD5A30F803}">
      <dgm:prSet/>
      <dgm:spPr/>
      <dgm:t>
        <a:bodyPr/>
        <a:lstStyle/>
        <a:p>
          <a:endParaRPr lang="en-US"/>
        </a:p>
      </dgm:t>
    </dgm:pt>
    <dgm:pt modelId="{41DBD8B1-7FB7-43F6-9300-6321AFAD0597}">
      <dgm:prSet/>
      <dgm:spPr/>
      <dgm:t>
        <a:bodyPr/>
        <a:lstStyle/>
        <a:p>
          <a:r>
            <a:rPr lang="en-US"/>
            <a:t>Extensão recursiva para sombras, reflexão e transparência</a:t>
          </a:r>
        </a:p>
      </dgm:t>
    </dgm:pt>
    <dgm:pt modelId="{6602866E-9268-442E-94EB-3518AAC64192}" type="parTrans" cxnId="{9EAA4E9E-C37D-43A8-AC45-83A21AE7C7D3}">
      <dgm:prSet/>
      <dgm:spPr/>
      <dgm:t>
        <a:bodyPr/>
        <a:lstStyle/>
        <a:p>
          <a:endParaRPr lang="en-US"/>
        </a:p>
      </dgm:t>
    </dgm:pt>
    <dgm:pt modelId="{00FADA37-0C3C-4A77-B532-FA93A2B87061}" type="sibTrans" cxnId="{9EAA4E9E-C37D-43A8-AC45-83A21AE7C7D3}">
      <dgm:prSet/>
      <dgm:spPr/>
      <dgm:t>
        <a:bodyPr/>
        <a:lstStyle/>
        <a:p>
          <a:endParaRPr lang="en-US"/>
        </a:p>
      </dgm:t>
    </dgm:pt>
    <dgm:pt modelId="{56EE4921-6315-4180-9CA5-66EB481C7097}">
      <dgm:prSet/>
      <dgm:spPr/>
      <dgm:t>
        <a:bodyPr/>
        <a:lstStyle/>
        <a:p>
          <a:r>
            <a:rPr lang="en-US"/>
            <a:t>Modelo de iluminação de Phong</a:t>
          </a:r>
        </a:p>
      </dgm:t>
    </dgm:pt>
    <dgm:pt modelId="{CE34E88D-F135-42A1-9D1C-4C1F49C938BC}" type="parTrans" cxnId="{4ADE242C-3938-4AB1-B455-392BFFF034E4}">
      <dgm:prSet/>
      <dgm:spPr/>
      <dgm:t>
        <a:bodyPr/>
        <a:lstStyle/>
        <a:p>
          <a:endParaRPr lang="en-US"/>
        </a:p>
      </dgm:t>
    </dgm:pt>
    <dgm:pt modelId="{E7083285-30B6-413C-B1E1-32C1AA245735}" type="sibTrans" cxnId="{4ADE242C-3938-4AB1-B455-392BFFF034E4}">
      <dgm:prSet/>
      <dgm:spPr/>
      <dgm:t>
        <a:bodyPr/>
        <a:lstStyle/>
        <a:p>
          <a:endParaRPr lang="en-US"/>
        </a:p>
      </dgm:t>
    </dgm:pt>
    <dgm:pt modelId="{8D639D56-BD3C-4DB5-9F18-66E45D73E08A}">
      <dgm:prSet/>
      <dgm:spPr/>
      <dgm:t>
        <a:bodyPr/>
        <a:lstStyle/>
        <a:p>
          <a:r>
            <a:rPr lang="en-US"/>
            <a:t>Técnicas avançadas: antialiasing, Ray Tracing distribuído, radiosidade</a:t>
          </a:r>
        </a:p>
      </dgm:t>
    </dgm:pt>
    <dgm:pt modelId="{056107AB-4D7D-4D62-AF8A-71A7F520A4A6}" type="parTrans" cxnId="{43C277C2-BAA7-4DF8-8F04-5C89A398E42D}">
      <dgm:prSet/>
      <dgm:spPr/>
      <dgm:t>
        <a:bodyPr/>
        <a:lstStyle/>
        <a:p>
          <a:endParaRPr lang="en-US"/>
        </a:p>
      </dgm:t>
    </dgm:pt>
    <dgm:pt modelId="{4F3D51F3-979B-45CB-8E2A-235C69BA73B5}" type="sibTrans" cxnId="{43C277C2-BAA7-4DF8-8F04-5C89A398E42D}">
      <dgm:prSet/>
      <dgm:spPr/>
      <dgm:t>
        <a:bodyPr/>
        <a:lstStyle/>
        <a:p>
          <a:endParaRPr lang="en-US"/>
        </a:p>
      </dgm:t>
    </dgm:pt>
    <dgm:pt modelId="{0CBE2A93-C9AA-4CFA-8592-89CD30F082AB}" type="pres">
      <dgm:prSet presAssocID="{4921B9A9-4D76-4411-9032-C6C22F8FE86E}" presName="root" presStyleCnt="0">
        <dgm:presLayoutVars>
          <dgm:dir/>
          <dgm:resizeHandles val="exact"/>
        </dgm:presLayoutVars>
      </dgm:prSet>
      <dgm:spPr/>
    </dgm:pt>
    <dgm:pt modelId="{A76E0C74-0054-4AE9-970B-91C34034817C}" type="pres">
      <dgm:prSet presAssocID="{F3AD1681-194C-4B32-9C84-0694DC666D8E}" presName="compNode" presStyleCnt="0"/>
      <dgm:spPr/>
    </dgm:pt>
    <dgm:pt modelId="{175C20B6-0DB7-41A0-AD1D-BB0F7BCE896D}" type="pres">
      <dgm:prSet presAssocID="{F3AD1681-194C-4B32-9C84-0694DC666D8E}" presName="bgRect" presStyleLbl="bgShp" presStyleIdx="0" presStyleCnt="6"/>
      <dgm:spPr/>
    </dgm:pt>
    <dgm:pt modelId="{C6ADEC4C-3F64-485D-8F48-5C752937D625}" type="pres">
      <dgm:prSet presAssocID="{F3AD1681-194C-4B32-9C84-0694DC666D8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A538F641-A161-43DD-AF3D-8195E5EE70C4}" type="pres">
      <dgm:prSet presAssocID="{F3AD1681-194C-4B32-9C84-0694DC666D8E}" presName="spaceRect" presStyleCnt="0"/>
      <dgm:spPr/>
    </dgm:pt>
    <dgm:pt modelId="{E39FF7EF-52A0-49D3-817C-54CF9BA45B78}" type="pres">
      <dgm:prSet presAssocID="{F3AD1681-194C-4B32-9C84-0694DC666D8E}" presName="parTx" presStyleLbl="revTx" presStyleIdx="0" presStyleCnt="6">
        <dgm:presLayoutVars>
          <dgm:chMax val="0"/>
          <dgm:chPref val="0"/>
        </dgm:presLayoutVars>
      </dgm:prSet>
      <dgm:spPr/>
    </dgm:pt>
    <dgm:pt modelId="{39D5896C-C757-40DD-99D0-103475FC3086}" type="pres">
      <dgm:prSet presAssocID="{3A5D499A-B610-497F-A798-7F69946DC62B}" presName="sibTrans" presStyleCnt="0"/>
      <dgm:spPr/>
    </dgm:pt>
    <dgm:pt modelId="{6550A616-7E3C-4E79-B450-53E576CE6A22}" type="pres">
      <dgm:prSet presAssocID="{E6480662-9DC6-4E91-A8BD-E408CE0E41D2}" presName="compNode" presStyleCnt="0"/>
      <dgm:spPr/>
    </dgm:pt>
    <dgm:pt modelId="{5D5B5B16-CA44-4333-B5CE-5ABCE4C6A68E}" type="pres">
      <dgm:prSet presAssocID="{E6480662-9DC6-4E91-A8BD-E408CE0E41D2}" presName="bgRect" presStyleLbl="bgShp" presStyleIdx="1" presStyleCnt="6"/>
      <dgm:spPr/>
    </dgm:pt>
    <dgm:pt modelId="{BEE5498D-CD16-4CEF-A2C9-332D5145C0B5}" type="pres">
      <dgm:prSet presAssocID="{E6480662-9DC6-4E91-A8BD-E408CE0E41D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D9B5F3C1-4A91-4995-AC34-014C55304FEB}" type="pres">
      <dgm:prSet presAssocID="{E6480662-9DC6-4E91-A8BD-E408CE0E41D2}" presName="spaceRect" presStyleCnt="0"/>
      <dgm:spPr/>
    </dgm:pt>
    <dgm:pt modelId="{91331DF3-A815-4D2D-B537-CFC7755F971A}" type="pres">
      <dgm:prSet presAssocID="{E6480662-9DC6-4E91-A8BD-E408CE0E41D2}" presName="parTx" presStyleLbl="revTx" presStyleIdx="1" presStyleCnt="6">
        <dgm:presLayoutVars>
          <dgm:chMax val="0"/>
          <dgm:chPref val="0"/>
        </dgm:presLayoutVars>
      </dgm:prSet>
      <dgm:spPr/>
    </dgm:pt>
    <dgm:pt modelId="{D881224C-0E98-4EF7-B2E4-1F6499EF5DD7}" type="pres">
      <dgm:prSet presAssocID="{8B49D3E6-5A06-477D-9982-086AB5384D6C}" presName="sibTrans" presStyleCnt="0"/>
      <dgm:spPr/>
    </dgm:pt>
    <dgm:pt modelId="{02C88AED-B92D-4731-ACE9-74C96052FD53}" type="pres">
      <dgm:prSet presAssocID="{E5E143F0-1373-4C78-9A2C-0F877B7C925A}" presName="compNode" presStyleCnt="0"/>
      <dgm:spPr/>
    </dgm:pt>
    <dgm:pt modelId="{B0AF76A1-D301-4443-B9F4-DACBC52AB426}" type="pres">
      <dgm:prSet presAssocID="{E5E143F0-1373-4C78-9A2C-0F877B7C925A}" presName="bgRect" presStyleLbl="bgShp" presStyleIdx="2" presStyleCnt="6"/>
      <dgm:spPr/>
    </dgm:pt>
    <dgm:pt modelId="{58479836-4B23-4F8C-9893-1340579DD25F}" type="pres">
      <dgm:prSet presAssocID="{E5E143F0-1373-4C78-9A2C-0F877B7C925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o"/>
        </a:ext>
      </dgm:extLst>
    </dgm:pt>
    <dgm:pt modelId="{DAEC96E6-E6DD-46D1-9B32-7116D9A9FF73}" type="pres">
      <dgm:prSet presAssocID="{E5E143F0-1373-4C78-9A2C-0F877B7C925A}" presName="spaceRect" presStyleCnt="0"/>
      <dgm:spPr/>
    </dgm:pt>
    <dgm:pt modelId="{FDE6B736-51D6-427D-9A89-E509C61C810B}" type="pres">
      <dgm:prSet presAssocID="{E5E143F0-1373-4C78-9A2C-0F877B7C925A}" presName="parTx" presStyleLbl="revTx" presStyleIdx="2" presStyleCnt="6">
        <dgm:presLayoutVars>
          <dgm:chMax val="0"/>
          <dgm:chPref val="0"/>
        </dgm:presLayoutVars>
      </dgm:prSet>
      <dgm:spPr/>
    </dgm:pt>
    <dgm:pt modelId="{9CA2E3AC-2151-410E-A4E0-6FBA22796DB2}" type="pres">
      <dgm:prSet presAssocID="{13C5CE8F-4922-4D3F-8290-094D2C5C6DB6}" presName="sibTrans" presStyleCnt="0"/>
      <dgm:spPr/>
    </dgm:pt>
    <dgm:pt modelId="{727FF508-E4CB-4ACE-92CE-10267E995607}" type="pres">
      <dgm:prSet presAssocID="{41DBD8B1-7FB7-43F6-9300-6321AFAD0597}" presName="compNode" presStyleCnt="0"/>
      <dgm:spPr/>
    </dgm:pt>
    <dgm:pt modelId="{517E2A59-13A8-474D-89BF-892D59D5B39C}" type="pres">
      <dgm:prSet presAssocID="{41DBD8B1-7FB7-43F6-9300-6321AFAD0597}" presName="bgRect" presStyleLbl="bgShp" presStyleIdx="3" presStyleCnt="6"/>
      <dgm:spPr/>
    </dgm:pt>
    <dgm:pt modelId="{B90CE1DF-6DA3-4339-BECB-807E858335D3}" type="pres">
      <dgm:prSet presAssocID="{41DBD8B1-7FB7-43F6-9300-6321AFAD059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-íris"/>
        </a:ext>
      </dgm:extLst>
    </dgm:pt>
    <dgm:pt modelId="{BAC5A5D3-4429-4CCB-BCDE-688BB859EE25}" type="pres">
      <dgm:prSet presAssocID="{41DBD8B1-7FB7-43F6-9300-6321AFAD0597}" presName="spaceRect" presStyleCnt="0"/>
      <dgm:spPr/>
    </dgm:pt>
    <dgm:pt modelId="{97D3F029-7A82-449A-999D-46E3DD0F26AB}" type="pres">
      <dgm:prSet presAssocID="{41DBD8B1-7FB7-43F6-9300-6321AFAD0597}" presName="parTx" presStyleLbl="revTx" presStyleIdx="3" presStyleCnt="6">
        <dgm:presLayoutVars>
          <dgm:chMax val="0"/>
          <dgm:chPref val="0"/>
        </dgm:presLayoutVars>
      </dgm:prSet>
      <dgm:spPr/>
    </dgm:pt>
    <dgm:pt modelId="{4A3AC620-4170-47BA-A576-88D81073DB6D}" type="pres">
      <dgm:prSet presAssocID="{00FADA37-0C3C-4A77-B532-FA93A2B87061}" presName="sibTrans" presStyleCnt="0"/>
      <dgm:spPr/>
    </dgm:pt>
    <dgm:pt modelId="{C335C7E3-5573-456C-A5AD-FDE38F18833D}" type="pres">
      <dgm:prSet presAssocID="{56EE4921-6315-4180-9CA5-66EB481C7097}" presName="compNode" presStyleCnt="0"/>
      <dgm:spPr/>
    </dgm:pt>
    <dgm:pt modelId="{7EBEBF0B-C68C-49DA-B4E5-27FC882A2269}" type="pres">
      <dgm:prSet presAssocID="{56EE4921-6315-4180-9CA5-66EB481C7097}" presName="bgRect" presStyleLbl="bgShp" presStyleIdx="4" presStyleCnt="6"/>
      <dgm:spPr/>
    </dgm:pt>
    <dgm:pt modelId="{39E3B512-95D9-4C9C-9D23-455FA0F0712C}" type="pres">
      <dgm:prSet presAssocID="{56EE4921-6315-4180-9CA5-66EB481C709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162910F8-AC7C-43E6-A1CD-8D0D8BC8574F}" type="pres">
      <dgm:prSet presAssocID="{56EE4921-6315-4180-9CA5-66EB481C7097}" presName="spaceRect" presStyleCnt="0"/>
      <dgm:spPr/>
    </dgm:pt>
    <dgm:pt modelId="{9ABBF3E5-E035-4314-AF4A-CE3645AE0350}" type="pres">
      <dgm:prSet presAssocID="{56EE4921-6315-4180-9CA5-66EB481C7097}" presName="parTx" presStyleLbl="revTx" presStyleIdx="4" presStyleCnt="6">
        <dgm:presLayoutVars>
          <dgm:chMax val="0"/>
          <dgm:chPref val="0"/>
        </dgm:presLayoutVars>
      </dgm:prSet>
      <dgm:spPr/>
    </dgm:pt>
    <dgm:pt modelId="{68ADE07B-7070-4C8A-A3EC-58DDDCB26D39}" type="pres">
      <dgm:prSet presAssocID="{E7083285-30B6-413C-B1E1-32C1AA245735}" presName="sibTrans" presStyleCnt="0"/>
      <dgm:spPr/>
    </dgm:pt>
    <dgm:pt modelId="{03590E5D-A26F-4FE7-A41D-216474E6F09C}" type="pres">
      <dgm:prSet presAssocID="{8D639D56-BD3C-4DB5-9F18-66E45D73E08A}" presName="compNode" presStyleCnt="0"/>
      <dgm:spPr/>
    </dgm:pt>
    <dgm:pt modelId="{4B25D61C-7FC5-4513-BEA7-11F13B842112}" type="pres">
      <dgm:prSet presAssocID="{8D639D56-BD3C-4DB5-9F18-66E45D73E08A}" presName="bgRect" presStyleLbl="bgShp" presStyleIdx="5" presStyleCnt="6"/>
      <dgm:spPr/>
    </dgm:pt>
    <dgm:pt modelId="{96167A73-F3C8-44A2-A613-74332593BDED}" type="pres">
      <dgm:prSet presAssocID="{8D639D56-BD3C-4DB5-9F18-66E45D73E08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ópio"/>
        </a:ext>
      </dgm:extLst>
    </dgm:pt>
    <dgm:pt modelId="{DEE041DF-552A-4A26-8ED1-B078A87D3178}" type="pres">
      <dgm:prSet presAssocID="{8D639D56-BD3C-4DB5-9F18-66E45D73E08A}" presName="spaceRect" presStyleCnt="0"/>
      <dgm:spPr/>
    </dgm:pt>
    <dgm:pt modelId="{A159E35E-83A4-4751-BB72-641BE1B7D1D1}" type="pres">
      <dgm:prSet presAssocID="{8D639D56-BD3C-4DB5-9F18-66E45D73E08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244901F-291B-433F-9055-829251ACF19F}" type="presOf" srcId="{E6480662-9DC6-4E91-A8BD-E408CE0E41D2}" destId="{91331DF3-A815-4D2D-B537-CFC7755F971A}" srcOrd="0" destOrd="0" presId="urn:microsoft.com/office/officeart/2018/2/layout/IconVerticalSolidList"/>
    <dgm:cxn modelId="{4ADE242C-3938-4AB1-B455-392BFFF034E4}" srcId="{4921B9A9-4D76-4411-9032-C6C22F8FE86E}" destId="{56EE4921-6315-4180-9CA5-66EB481C7097}" srcOrd="4" destOrd="0" parTransId="{CE34E88D-F135-42A1-9D1C-4C1F49C938BC}" sibTransId="{E7083285-30B6-413C-B1E1-32C1AA245735}"/>
    <dgm:cxn modelId="{2A725530-4389-44A9-B2F4-59AF17710C94}" type="presOf" srcId="{F3AD1681-194C-4B32-9C84-0694DC666D8E}" destId="{E39FF7EF-52A0-49D3-817C-54CF9BA45B78}" srcOrd="0" destOrd="0" presId="urn:microsoft.com/office/officeart/2018/2/layout/IconVerticalSolidList"/>
    <dgm:cxn modelId="{0C456962-9CB7-4366-AF62-83413065B862}" type="presOf" srcId="{41DBD8B1-7FB7-43F6-9300-6321AFAD0597}" destId="{97D3F029-7A82-449A-999D-46E3DD0F26AB}" srcOrd="0" destOrd="0" presId="urn:microsoft.com/office/officeart/2018/2/layout/IconVerticalSolidList"/>
    <dgm:cxn modelId="{7C2FC163-C949-4292-9669-C9FACBCD3073}" type="presOf" srcId="{8D639D56-BD3C-4DB5-9F18-66E45D73E08A}" destId="{A159E35E-83A4-4751-BB72-641BE1B7D1D1}" srcOrd="0" destOrd="0" presId="urn:microsoft.com/office/officeart/2018/2/layout/IconVerticalSolidList"/>
    <dgm:cxn modelId="{65272F71-9B65-4233-8531-671C54EC1B60}" srcId="{4921B9A9-4D76-4411-9032-C6C22F8FE86E}" destId="{F3AD1681-194C-4B32-9C84-0694DC666D8E}" srcOrd="0" destOrd="0" parTransId="{D6AE53E8-C8CA-47D8-8A79-DA5B5D39BF6D}" sibTransId="{3A5D499A-B610-497F-A798-7F69946DC62B}"/>
    <dgm:cxn modelId="{0561C157-3161-4697-A5DD-6CEE42B6EAC8}" type="presOf" srcId="{4921B9A9-4D76-4411-9032-C6C22F8FE86E}" destId="{0CBE2A93-C9AA-4CFA-8592-89CD30F082AB}" srcOrd="0" destOrd="0" presId="urn:microsoft.com/office/officeart/2018/2/layout/IconVerticalSolidList"/>
    <dgm:cxn modelId="{9EAA4E9E-C37D-43A8-AC45-83A21AE7C7D3}" srcId="{4921B9A9-4D76-4411-9032-C6C22F8FE86E}" destId="{41DBD8B1-7FB7-43F6-9300-6321AFAD0597}" srcOrd="3" destOrd="0" parTransId="{6602866E-9268-442E-94EB-3518AAC64192}" sibTransId="{00FADA37-0C3C-4A77-B532-FA93A2B87061}"/>
    <dgm:cxn modelId="{952C9D9E-719D-4AA5-AD6C-00CD5A30F803}" srcId="{4921B9A9-4D76-4411-9032-C6C22F8FE86E}" destId="{E5E143F0-1373-4C78-9A2C-0F877B7C925A}" srcOrd="2" destOrd="0" parTransId="{701150B6-C7CB-4308-9966-4F14D1E77E47}" sibTransId="{13C5CE8F-4922-4D3F-8290-094D2C5C6DB6}"/>
    <dgm:cxn modelId="{B102E1AE-AFAC-45C0-8DBE-1EBFC708CA87}" srcId="{4921B9A9-4D76-4411-9032-C6C22F8FE86E}" destId="{E6480662-9DC6-4E91-A8BD-E408CE0E41D2}" srcOrd="1" destOrd="0" parTransId="{43859CD8-5D50-4BB0-B6D5-3A9F885C860F}" sibTransId="{8B49D3E6-5A06-477D-9982-086AB5384D6C}"/>
    <dgm:cxn modelId="{18D134BA-70BD-4557-B124-7341D65CBAD4}" type="presOf" srcId="{E5E143F0-1373-4C78-9A2C-0F877B7C925A}" destId="{FDE6B736-51D6-427D-9A89-E509C61C810B}" srcOrd="0" destOrd="0" presId="urn:microsoft.com/office/officeart/2018/2/layout/IconVerticalSolidList"/>
    <dgm:cxn modelId="{43C277C2-BAA7-4DF8-8F04-5C89A398E42D}" srcId="{4921B9A9-4D76-4411-9032-C6C22F8FE86E}" destId="{8D639D56-BD3C-4DB5-9F18-66E45D73E08A}" srcOrd="5" destOrd="0" parTransId="{056107AB-4D7D-4D62-AF8A-71A7F520A4A6}" sibTransId="{4F3D51F3-979B-45CB-8E2A-235C69BA73B5}"/>
    <dgm:cxn modelId="{C3F98CC7-85FD-457D-8FA7-48C6718853B3}" type="presOf" srcId="{56EE4921-6315-4180-9CA5-66EB481C7097}" destId="{9ABBF3E5-E035-4314-AF4A-CE3645AE0350}" srcOrd="0" destOrd="0" presId="urn:microsoft.com/office/officeart/2018/2/layout/IconVerticalSolidList"/>
    <dgm:cxn modelId="{3D40F949-4C63-4246-98E0-8AC1FEF5A076}" type="presParOf" srcId="{0CBE2A93-C9AA-4CFA-8592-89CD30F082AB}" destId="{A76E0C74-0054-4AE9-970B-91C34034817C}" srcOrd="0" destOrd="0" presId="urn:microsoft.com/office/officeart/2018/2/layout/IconVerticalSolidList"/>
    <dgm:cxn modelId="{CC643007-40EB-4340-B570-92AA48A66586}" type="presParOf" srcId="{A76E0C74-0054-4AE9-970B-91C34034817C}" destId="{175C20B6-0DB7-41A0-AD1D-BB0F7BCE896D}" srcOrd="0" destOrd="0" presId="urn:microsoft.com/office/officeart/2018/2/layout/IconVerticalSolidList"/>
    <dgm:cxn modelId="{2400632F-6EFE-4340-9044-DFC133BDDCBE}" type="presParOf" srcId="{A76E0C74-0054-4AE9-970B-91C34034817C}" destId="{C6ADEC4C-3F64-485D-8F48-5C752937D625}" srcOrd="1" destOrd="0" presId="urn:microsoft.com/office/officeart/2018/2/layout/IconVerticalSolidList"/>
    <dgm:cxn modelId="{AEEB8C24-6EB2-46B6-BCA3-ACEF24C235BC}" type="presParOf" srcId="{A76E0C74-0054-4AE9-970B-91C34034817C}" destId="{A538F641-A161-43DD-AF3D-8195E5EE70C4}" srcOrd="2" destOrd="0" presId="urn:microsoft.com/office/officeart/2018/2/layout/IconVerticalSolidList"/>
    <dgm:cxn modelId="{2860F268-213A-4AC5-920C-6E8590E24CC2}" type="presParOf" srcId="{A76E0C74-0054-4AE9-970B-91C34034817C}" destId="{E39FF7EF-52A0-49D3-817C-54CF9BA45B78}" srcOrd="3" destOrd="0" presId="urn:microsoft.com/office/officeart/2018/2/layout/IconVerticalSolidList"/>
    <dgm:cxn modelId="{598211B7-90A4-4D9A-8676-481468F25924}" type="presParOf" srcId="{0CBE2A93-C9AA-4CFA-8592-89CD30F082AB}" destId="{39D5896C-C757-40DD-99D0-103475FC3086}" srcOrd="1" destOrd="0" presId="urn:microsoft.com/office/officeart/2018/2/layout/IconVerticalSolidList"/>
    <dgm:cxn modelId="{43321E26-F4FC-4211-9BFF-8BB039629F36}" type="presParOf" srcId="{0CBE2A93-C9AA-4CFA-8592-89CD30F082AB}" destId="{6550A616-7E3C-4E79-B450-53E576CE6A22}" srcOrd="2" destOrd="0" presId="urn:microsoft.com/office/officeart/2018/2/layout/IconVerticalSolidList"/>
    <dgm:cxn modelId="{CA7E9FA7-0E13-4386-8295-214BC9882C3C}" type="presParOf" srcId="{6550A616-7E3C-4E79-B450-53E576CE6A22}" destId="{5D5B5B16-CA44-4333-B5CE-5ABCE4C6A68E}" srcOrd="0" destOrd="0" presId="urn:microsoft.com/office/officeart/2018/2/layout/IconVerticalSolidList"/>
    <dgm:cxn modelId="{1A3FFF4B-C7FD-46E8-8629-FBA8873722A6}" type="presParOf" srcId="{6550A616-7E3C-4E79-B450-53E576CE6A22}" destId="{BEE5498D-CD16-4CEF-A2C9-332D5145C0B5}" srcOrd="1" destOrd="0" presId="urn:microsoft.com/office/officeart/2018/2/layout/IconVerticalSolidList"/>
    <dgm:cxn modelId="{6FC18C96-58BA-4C89-B6F8-B376D009FA72}" type="presParOf" srcId="{6550A616-7E3C-4E79-B450-53E576CE6A22}" destId="{D9B5F3C1-4A91-4995-AC34-014C55304FEB}" srcOrd="2" destOrd="0" presId="urn:microsoft.com/office/officeart/2018/2/layout/IconVerticalSolidList"/>
    <dgm:cxn modelId="{D649BD6D-8B99-41A4-A8F2-475A3C7383ED}" type="presParOf" srcId="{6550A616-7E3C-4E79-B450-53E576CE6A22}" destId="{91331DF3-A815-4D2D-B537-CFC7755F971A}" srcOrd="3" destOrd="0" presId="urn:microsoft.com/office/officeart/2018/2/layout/IconVerticalSolidList"/>
    <dgm:cxn modelId="{84842601-3579-45E5-97C1-09FF3E59E815}" type="presParOf" srcId="{0CBE2A93-C9AA-4CFA-8592-89CD30F082AB}" destId="{D881224C-0E98-4EF7-B2E4-1F6499EF5DD7}" srcOrd="3" destOrd="0" presId="urn:microsoft.com/office/officeart/2018/2/layout/IconVerticalSolidList"/>
    <dgm:cxn modelId="{FEEAFD64-9E33-43EB-8843-F063AB779659}" type="presParOf" srcId="{0CBE2A93-C9AA-4CFA-8592-89CD30F082AB}" destId="{02C88AED-B92D-4731-ACE9-74C96052FD53}" srcOrd="4" destOrd="0" presId="urn:microsoft.com/office/officeart/2018/2/layout/IconVerticalSolidList"/>
    <dgm:cxn modelId="{B715177C-1071-49B6-B5E7-3698F4C57DD6}" type="presParOf" srcId="{02C88AED-B92D-4731-ACE9-74C96052FD53}" destId="{B0AF76A1-D301-4443-B9F4-DACBC52AB426}" srcOrd="0" destOrd="0" presId="urn:microsoft.com/office/officeart/2018/2/layout/IconVerticalSolidList"/>
    <dgm:cxn modelId="{2B5F9C11-71ED-4E9E-B71F-8C0EBFF7A60F}" type="presParOf" srcId="{02C88AED-B92D-4731-ACE9-74C96052FD53}" destId="{58479836-4B23-4F8C-9893-1340579DD25F}" srcOrd="1" destOrd="0" presId="urn:microsoft.com/office/officeart/2018/2/layout/IconVerticalSolidList"/>
    <dgm:cxn modelId="{FCE1A51D-CD68-4691-A8D3-95B2A8814721}" type="presParOf" srcId="{02C88AED-B92D-4731-ACE9-74C96052FD53}" destId="{DAEC96E6-E6DD-46D1-9B32-7116D9A9FF73}" srcOrd="2" destOrd="0" presId="urn:microsoft.com/office/officeart/2018/2/layout/IconVerticalSolidList"/>
    <dgm:cxn modelId="{5E3A136A-1E34-455A-AD1A-73FCAE41AD1C}" type="presParOf" srcId="{02C88AED-B92D-4731-ACE9-74C96052FD53}" destId="{FDE6B736-51D6-427D-9A89-E509C61C810B}" srcOrd="3" destOrd="0" presId="urn:microsoft.com/office/officeart/2018/2/layout/IconVerticalSolidList"/>
    <dgm:cxn modelId="{EAE4C0C2-118E-482E-9888-99EB734606FE}" type="presParOf" srcId="{0CBE2A93-C9AA-4CFA-8592-89CD30F082AB}" destId="{9CA2E3AC-2151-410E-A4E0-6FBA22796DB2}" srcOrd="5" destOrd="0" presId="urn:microsoft.com/office/officeart/2018/2/layout/IconVerticalSolidList"/>
    <dgm:cxn modelId="{5B51560E-CF45-4F70-B046-1C861ED7AE93}" type="presParOf" srcId="{0CBE2A93-C9AA-4CFA-8592-89CD30F082AB}" destId="{727FF508-E4CB-4ACE-92CE-10267E995607}" srcOrd="6" destOrd="0" presId="urn:microsoft.com/office/officeart/2018/2/layout/IconVerticalSolidList"/>
    <dgm:cxn modelId="{B2F2434D-B678-4D5C-A1B7-6DBE87FFE9FF}" type="presParOf" srcId="{727FF508-E4CB-4ACE-92CE-10267E995607}" destId="{517E2A59-13A8-474D-89BF-892D59D5B39C}" srcOrd="0" destOrd="0" presId="urn:microsoft.com/office/officeart/2018/2/layout/IconVerticalSolidList"/>
    <dgm:cxn modelId="{E9DE262B-987A-4D9B-ACC6-A78D0F1EA255}" type="presParOf" srcId="{727FF508-E4CB-4ACE-92CE-10267E995607}" destId="{B90CE1DF-6DA3-4339-BECB-807E858335D3}" srcOrd="1" destOrd="0" presId="urn:microsoft.com/office/officeart/2018/2/layout/IconVerticalSolidList"/>
    <dgm:cxn modelId="{CEFCE7CC-9514-4278-8DAB-D717946F5DAA}" type="presParOf" srcId="{727FF508-E4CB-4ACE-92CE-10267E995607}" destId="{BAC5A5D3-4429-4CCB-BCDE-688BB859EE25}" srcOrd="2" destOrd="0" presId="urn:microsoft.com/office/officeart/2018/2/layout/IconVerticalSolidList"/>
    <dgm:cxn modelId="{72791801-28FA-4D70-91FE-6E99B3189CF0}" type="presParOf" srcId="{727FF508-E4CB-4ACE-92CE-10267E995607}" destId="{97D3F029-7A82-449A-999D-46E3DD0F26AB}" srcOrd="3" destOrd="0" presId="urn:microsoft.com/office/officeart/2018/2/layout/IconVerticalSolidList"/>
    <dgm:cxn modelId="{D4AA153B-F117-4E0B-A2E0-F46B775358C4}" type="presParOf" srcId="{0CBE2A93-C9AA-4CFA-8592-89CD30F082AB}" destId="{4A3AC620-4170-47BA-A576-88D81073DB6D}" srcOrd="7" destOrd="0" presId="urn:microsoft.com/office/officeart/2018/2/layout/IconVerticalSolidList"/>
    <dgm:cxn modelId="{BD2DA2BD-A561-4380-9BF0-BCC936F0E8B9}" type="presParOf" srcId="{0CBE2A93-C9AA-4CFA-8592-89CD30F082AB}" destId="{C335C7E3-5573-456C-A5AD-FDE38F18833D}" srcOrd="8" destOrd="0" presId="urn:microsoft.com/office/officeart/2018/2/layout/IconVerticalSolidList"/>
    <dgm:cxn modelId="{C5A5798C-FE2B-4B12-A422-36C79A30AEE4}" type="presParOf" srcId="{C335C7E3-5573-456C-A5AD-FDE38F18833D}" destId="{7EBEBF0B-C68C-49DA-B4E5-27FC882A2269}" srcOrd="0" destOrd="0" presId="urn:microsoft.com/office/officeart/2018/2/layout/IconVerticalSolidList"/>
    <dgm:cxn modelId="{B4E6BC3E-FB23-42FB-B4E1-2936EBF6D376}" type="presParOf" srcId="{C335C7E3-5573-456C-A5AD-FDE38F18833D}" destId="{39E3B512-95D9-4C9C-9D23-455FA0F0712C}" srcOrd="1" destOrd="0" presId="urn:microsoft.com/office/officeart/2018/2/layout/IconVerticalSolidList"/>
    <dgm:cxn modelId="{39861A4A-58E8-4536-85F7-5067205E5129}" type="presParOf" srcId="{C335C7E3-5573-456C-A5AD-FDE38F18833D}" destId="{162910F8-AC7C-43E6-A1CD-8D0D8BC8574F}" srcOrd="2" destOrd="0" presId="urn:microsoft.com/office/officeart/2018/2/layout/IconVerticalSolidList"/>
    <dgm:cxn modelId="{7F2F0120-4445-4D64-9BE9-970B43A91380}" type="presParOf" srcId="{C335C7E3-5573-456C-A5AD-FDE38F18833D}" destId="{9ABBF3E5-E035-4314-AF4A-CE3645AE0350}" srcOrd="3" destOrd="0" presId="urn:microsoft.com/office/officeart/2018/2/layout/IconVerticalSolidList"/>
    <dgm:cxn modelId="{62AEAF1A-9EB8-4AB1-84DC-AF2D9800234E}" type="presParOf" srcId="{0CBE2A93-C9AA-4CFA-8592-89CD30F082AB}" destId="{68ADE07B-7070-4C8A-A3EC-58DDDCB26D39}" srcOrd="9" destOrd="0" presId="urn:microsoft.com/office/officeart/2018/2/layout/IconVerticalSolidList"/>
    <dgm:cxn modelId="{1BF33B5C-8C16-4710-A166-98DB762F34A3}" type="presParOf" srcId="{0CBE2A93-C9AA-4CFA-8592-89CD30F082AB}" destId="{03590E5D-A26F-4FE7-A41D-216474E6F09C}" srcOrd="10" destOrd="0" presId="urn:microsoft.com/office/officeart/2018/2/layout/IconVerticalSolidList"/>
    <dgm:cxn modelId="{8460D9CC-0B63-40FA-9A54-7AE95C1000DC}" type="presParOf" srcId="{03590E5D-A26F-4FE7-A41D-216474E6F09C}" destId="{4B25D61C-7FC5-4513-BEA7-11F13B842112}" srcOrd="0" destOrd="0" presId="urn:microsoft.com/office/officeart/2018/2/layout/IconVerticalSolidList"/>
    <dgm:cxn modelId="{6C421BF1-3876-496C-B83E-44AF72BD6448}" type="presParOf" srcId="{03590E5D-A26F-4FE7-A41D-216474E6F09C}" destId="{96167A73-F3C8-44A2-A613-74332593BDED}" srcOrd="1" destOrd="0" presId="urn:microsoft.com/office/officeart/2018/2/layout/IconVerticalSolidList"/>
    <dgm:cxn modelId="{A87AA3A8-A601-4BC4-8482-DC651C552FD6}" type="presParOf" srcId="{03590E5D-A26F-4FE7-A41D-216474E6F09C}" destId="{DEE041DF-552A-4A26-8ED1-B078A87D3178}" srcOrd="2" destOrd="0" presId="urn:microsoft.com/office/officeart/2018/2/layout/IconVerticalSolidList"/>
    <dgm:cxn modelId="{F517EA0D-E111-4D80-9622-3F9E2264399D}" type="presParOf" srcId="{03590E5D-A26F-4FE7-A41D-216474E6F09C}" destId="{A159E35E-83A4-4751-BB72-641BE1B7D1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7839D1-3473-4B50-B715-84D73CED663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544B8B-6721-448E-85D6-5843F9C27D11}">
      <dgm:prSet/>
      <dgm:spPr/>
      <dgm:t>
        <a:bodyPr/>
        <a:lstStyle/>
        <a:p>
          <a:pPr>
            <a:defRPr cap="all"/>
          </a:pPr>
          <a:r>
            <a:rPr lang="en-US"/>
            <a:t>Modelagem: representação matemática dos objetos</a:t>
          </a:r>
        </a:p>
      </dgm:t>
    </dgm:pt>
    <dgm:pt modelId="{A04BE805-00A2-41CE-BDC5-5E43867BE6F7}" type="parTrans" cxnId="{739211CD-E27B-492A-8D46-70249D305CCB}">
      <dgm:prSet/>
      <dgm:spPr/>
      <dgm:t>
        <a:bodyPr/>
        <a:lstStyle/>
        <a:p>
          <a:endParaRPr lang="en-US"/>
        </a:p>
      </dgm:t>
    </dgm:pt>
    <dgm:pt modelId="{54340767-B167-4C15-A287-E1637652E2E0}" type="sibTrans" cxnId="{739211CD-E27B-492A-8D46-70249D305CCB}">
      <dgm:prSet/>
      <dgm:spPr/>
      <dgm:t>
        <a:bodyPr/>
        <a:lstStyle/>
        <a:p>
          <a:endParaRPr lang="en-US"/>
        </a:p>
      </dgm:t>
    </dgm:pt>
    <dgm:pt modelId="{2A6F240B-BDDD-43C6-AFE0-BF32DC7E4368}">
      <dgm:prSet/>
      <dgm:spPr/>
      <dgm:t>
        <a:bodyPr/>
        <a:lstStyle/>
        <a:p>
          <a:pPr>
            <a:defRPr cap="all"/>
          </a:pPr>
          <a:r>
            <a:rPr lang="en-US"/>
            <a:t>Visualização: geração da imagem final</a:t>
          </a:r>
        </a:p>
      </dgm:t>
    </dgm:pt>
    <dgm:pt modelId="{7D258E9A-9E64-4391-8867-8C8F6076D1D1}" type="parTrans" cxnId="{675B9693-F167-4BEF-A218-A460628379A9}">
      <dgm:prSet/>
      <dgm:spPr/>
      <dgm:t>
        <a:bodyPr/>
        <a:lstStyle/>
        <a:p>
          <a:endParaRPr lang="en-US"/>
        </a:p>
      </dgm:t>
    </dgm:pt>
    <dgm:pt modelId="{9786CDB7-301E-483D-A216-F80345FB60DC}" type="sibTrans" cxnId="{675B9693-F167-4BEF-A218-A460628379A9}">
      <dgm:prSet/>
      <dgm:spPr/>
      <dgm:t>
        <a:bodyPr/>
        <a:lstStyle/>
        <a:p>
          <a:endParaRPr lang="en-US"/>
        </a:p>
      </dgm:t>
    </dgm:pt>
    <dgm:pt modelId="{2C621DDF-6A83-43EC-85E6-5F6390B42DB0}">
      <dgm:prSet/>
      <dgm:spPr/>
      <dgm:t>
        <a:bodyPr/>
        <a:lstStyle/>
        <a:p>
          <a:pPr>
            <a:defRPr cap="all"/>
          </a:pPr>
          <a:r>
            <a:rPr lang="en-US"/>
            <a:t>Ray Tracing pertence à visualização</a:t>
          </a:r>
        </a:p>
      </dgm:t>
    </dgm:pt>
    <dgm:pt modelId="{D13F6F2B-3387-43E7-AFA0-E0421D45B4A6}" type="parTrans" cxnId="{57E2B71B-32D8-4F2A-8BC7-6D9744AEE438}">
      <dgm:prSet/>
      <dgm:spPr/>
      <dgm:t>
        <a:bodyPr/>
        <a:lstStyle/>
        <a:p>
          <a:endParaRPr lang="en-US"/>
        </a:p>
      </dgm:t>
    </dgm:pt>
    <dgm:pt modelId="{AFEE53BE-0606-4815-BD5A-7EA862B43DF5}" type="sibTrans" cxnId="{57E2B71B-32D8-4F2A-8BC7-6D9744AEE438}">
      <dgm:prSet/>
      <dgm:spPr/>
      <dgm:t>
        <a:bodyPr/>
        <a:lstStyle/>
        <a:p>
          <a:endParaRPr lang="en-US"/>
        </a:p>
      </dgm:t>
    </dgm:pt>
    <dgm:pt modelId="{8B40FE24-CD12-4E01-BE6E-497D8EBE2358}">
      <dgm:prSet/>
      <dgm:spPr/>
      <dgm:t>
        <a:bodyPr/>
        <a:lstStyle/>
        <a:p>
          <a:pPr>
            <a:defRPr cap="all"/>
          </a:pPr>
          <a:r>
            <a:rPr lang="en-US"/>
            <a:t>Processo: câmera → raio → objetos → cor do pixel</a:t>
          </a:r>
        </a:p>
      </dgm:t>
    </dgm:pt>
    <dgm:pt modelId="{D6A783C4-DDCE-472B-BF79-817C94ECC1E3}" type="parTrans" cxnId="{B3A6AFD2-D971-4EA2-B4D7-0257107EC8E8}">
      <dgm:prSet/>
      <dgm:spPr/>
      <dgm:t>
        <a:bodyPr/>
        <a:lstStyle/>
        <a:p>
          <a:endParaRPr lang="en-US"/>
        </a:p>
      </dgm:t>
    </dgm:pt>
    <dgm:pt modelId="{ABF9C2D5-21A5-4771-AF9E-54A6E3AD4BCC}" type="sibTrans" cxnId="{B3A6AFD2-D971-4EA2-B4D7-0257107EC8E8}">
      <dgm:prSet/>
      <dgm:spPr/>
      <dgm:t>
        <a:bodyPr/>
        <a:lstStyle/>
        <a:p>
          <a:endParaRPr lang="en-US"/>
        </a:p>
      </dgm:t>
    </dgm:pt>
    <dgm:pt modelId="{357B7E5F-09C6-47BD-98F6-C418A61F8684}" type="pres">
      <dgm:prSet presAssocID="{9A7839D1-3473-4B50-B715-84D73CED663E}" presName="root" presStyleCnt="0">
        <dgm:presLayoutVars>
          <dgm:dir/>
          <dgm:resizeHandles val="exact"/>
        </dgm:presLayoutVars>
      </dgm:prSet>
      <dgm:spPr/>
    </dgm:pt>
    <dgm:pt modelId="{0ABC38A1-F834-4566-9600-017DC632DE7B}" type="pres">
      <dgm:prSet presAssocID="{17544B8B-6721-448E-85D6-5843F9C27D11}" presName="compNode" presStyleCnt="0"/>
      <dgm:spPr/>
    </dgm:pt>
    <dgm:pt modelId="{18CB539B-517F-4E0B-A76E-2588CCCF8866}" type="pres">
      <dgm:prSet presAssocID="{17544B8B-6721-448E-85D6-5843F9C27D1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3871767-C0DA-44CB-A843-A601DF727CA0}" type="pres">
      <dgm:prSet presAssocID="{17544B8B-6721-448E-85D6-5843F9C27D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99C92A8F-C710-4F2F-943C-0EE73F0D1191}" type="pres">
      <dgm:prSet presAssocID="{17544B8B-6721-448E-85D6-5843F9C27D11}" presName="spaceRect" presStyleCnt="0"/>
      <dgm:spPr/>
    </dgm:pt>
    <dgm:pt modelId="{360347A2-283A-4BE5-86CD-670D959A70E3}" type="pres">
      <dgm:prSet presAssocID="{17544B8B-6721-448E-85D6-5843F9C27D11}" presName="textRect" presStyleLbl="revTx" presStyleIdx="0" presStyleCnt="4">
        <dgm:presLayoutVars>
          <dgm:chMax val="1"/>
          <dgm:chPref val="1"/>
        </dgm:presLayoutVars>
      </dgm:prSet>
      <dgm:spPr/>
    </dgm:pt>
    <dgm:pt modelId="{E3F080BA-BF71-44FF-8017-E6647CAE0AB3}" type="pres">
      <dgm:prSet presAssocID="{54340767-B167-4C15-A287-E1637652E2E0}" presName="sibTrans" presStyleCnt="0"/>
      <dgm:spPr/>
    </dgm:pt>
    <dgm:pt modelId="{2D7E3343-C896-4DDE-BD20-1594D33B9F96}" type="pres">
      <dgm:prSet presAssocID="{2A6F240B-BDDD-43C6-AFE0-BF32DC7E4368}" presName="compNode" presStyleCnt="0"/>
      <dgm:spPr/>
    </dgm:pt>
    <dgm:pt modelId="{AB6C80E9-A879-47B1-A909-1ABAA5FBE56D}" type="pres">
      <dgm:prSet presAssocID="{2A6F240B-BDDD-43C6-AFE0-BF32DC7E436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994AB3-5F4B-4B66-B411-B63949531E7D}" type="pres">
      <dgm:prSet presAssocID="{2A6F240B-BDDD-43C6-AFE0-BF32DC7E43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5C97595-0025-4DDB-835A-635B7FA81B60}" type="pres">
      <dgm:prSet presAssocID="{2A6F240B-BDDD-43C6-AFE0-BF32DC7E4368}" presName="spaceRect" presStyleCnt="0"/>
      <dgm:spPr/>
    </dgm:pt>
    <dgm:pt modelId="{E00DA77E-10B0-4372-845B-D16E1492320E}" type="pres">
      <dgm:prSet presAssocID="{2A6F240B-BDDD-43C6-AFE0-BF32DC7E4368}" presName="textRect" presStyleLbl="revTx" presStyleIdx="1" presStyleCnt="4">
        <dgm:presLayoutVars>
          <dgm:chMax val="1"/>
          <dgm:chPref val="1"/>
        </dgm:presLayoutVars>
      </dgm:prSet>
      <dgm:spPr/>
    </dgm:pt>
    <dgm:pt modelId="{9D038156-CB6F-4BF2-8013-827C8132F115}" type="pres">
      <dgm:prSet presAssocID="{9786CDB7-301E-483D-A216-F80345FB60DC}" presName="sibTrans" presStyleCnt="0"/>
      <dgm:spPr/>
    </dgm:pt>
    <dgm:pt modelId="{3D09BB82-5DDD-49CB-B95E-7757F89C7238}" type="pres">
      <dgm:prSet presAssocID="{2C621DDF-6A83-43EC-85E6-5F6390B42DB0}" presName="compNode" presStyleCnt="0"/>
      <dgm:spPr/>
    </dgm:pt>
    <dgm:pt modelId="{30EC5E8B-FA88-457D-B330-B1D070D11954}" type="pres">
      <dgm:prSet presAssocID="{2C621DDF-6A83-43EC-85E6-5F6390B42DB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CF4DB7-7AF5-4CF1-BB54-2CEDE41DC62B}" type="pres">
      <dgm:prSet presAssocID="{2C621DDF-6A83-43EC-85E6-5F6390B42D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AA9462E1-486D-4FCC-81E7-06F0032A704D}" type="pres">
      <dgm:prSet presAssocID="{2C621DDF-6A83-43EC-85E6-5F6390B42DB0}" presName="spaceRect" presStyleCnt="0"/>
      <dgm:spPr/>
    </dgm:pt>
    <dgm:pt modelId="{5660C8D8-5550-4D51-8814-65807429D092}" type="pres">
      <dgm:prSet presAssocID="{2C621DDF-6A83-43EC-85E6-5F6390B42DB0}" presName="textRect" presStyleLbl="revTx" presStyleIdx="2" presStyleCnt="4">
        <dgm:presLayoutVars>
          <dgm:chMax val="1"/>
          <dgm:chPref val="1"/>
        </dgm:presLayoutVars>
      </dgm:prSet>
      <dgm:spPr/>
    </dgm:pt>
    <dgm:pt modelId="{45528F6F-98B0-480A-AF6B-DD608B32BAD0}" type="pres">
      <dgm:prSet presAssocID="{AFEE53BE-0606-4815-BD5A-7EA862B43DF5}" presName="sibTrans" presStyleCnt="0"/>
      <dgm:spPr/>
    </dgm:pt>
    <dgm:pt modelId="{A573A09E-E4B1-4FA8-8F6D-191956DCF309}" type="pres">
      <dgm:prSet presAssocID="{8B40FE24-CD12-4E01-BE6E-497D8EBE2358}" presName="compNode" presStyleCnt="0"/>
      <dgm:spPr/>
    </dgm:pt>
    <dgm:pt modelId="{AC6D4046-B65F-4E72-BF7F-F36665F4F3D4}" type="pres">
      <dgm:prSet presAssocID="{8B40FE24-CD12-4E01-BE6E-497D8EBE235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9E2C600-2C9F-4874-82FC-284C9251D933}" type="pres">
      <dgm:prSet presAssocID="{8B40FE24-CD12-4E01-BE6E-497D8EBE23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âmera"/>
        </a:ext>
      </dgm:extLst>
    </dgm:pt>
    <dgm:pt modelId="{E1B0E276-0D79-4E07-800A-5687836DCB1A}" type="pres">
      <dgm:prSet presAssocID="{8B40FE24-CD12-4E01-BE6E-497D8EBE2358}" presName="spaceRect" presStyleCnt="0"/>
      <dgm:spPr/>
    </dgm:pt>
    <dgm:pt modelId="{F8AC3C44-573F-4C27-8B5D-CDCA6865412C}" type="pres">
      <dgm:prSet presAssocID="{8B40FE24-CD12-4E01-BE6E-497D8EBE23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E2B71B-32D8-4F2A-8BC7-6D9744AEE438}" srcId="{9A7839D1-3473-4B50-B715-84D73CED663E}" destId="{2C621DDF-6A83-43EC-85E6-5F6390B42DB0}" srcOrd="2" destOrd="0" parTransId="{D13F6F2B-3387-43E7-AFA0-E0421D45B4A6}" sibTransId="{AFEE53BE-0606-4815-BD5A-7EA862B43DF5}"/>
    <dgm:cxn modelId="{8B4C0837-42F5-4979-8C4B-F47160B7A6B9}" type="presOf" srcId="{9A7839D1-3473-4B50-B715-84D73CED663E}" destId="{357B7E5F-09C6-47BD-98F6-C418A61F8684}" srcOrd="0" destOrd="0" presId="urn:microsoft.com/office/officeart/2018/5/layout/IconLeafLabelList"/>
    <dgm:cxn modelId="{77E1F386-9E5A-413E-83DD-2F146CFA9FBB}" type="presOf" srcId="{2C621DDF-6A83-43EC-85E6-5F6390B42DB0}" destId="{5660C8D8-5550-4D51-8814-65807429D092}" srcOrd="0" destOrd="0" presId="urn:microsoft.com/office/officeart/2018/5/layout/IconLeafLabelList"/>
    <dgm:cxn modelId="{675B9693-F167-4BEF-A218-A460628379A9}" srcId="{9A7839D1-3473-4B50-B715-84D73CED663E}" destId="{2A6F240B-BDDD-43C6-AFE0-BF32DC7E4368}" srcOrd="1" destOrd="0" parTransId="{7D258E9A-9E64-4391-8867-8C8F6076D1D1}" sibTransId="{9786CDB7-301E-483D-A216-F80345FB60DC}"/>
    <dgm:cxn modelId="{1311E197-E7F0-4F40-B80B-78EC3E7D790F}" type="presOf" srcId="{8B40FE24-CD12-4E01-BE6E-497D8EBE2358}" destId="{F8AC3C44-573F-4C27-8B5D-CDCA6865412C}" srcOrd="0" destOrd="0" presId="urn:microsoft.com/office/officeart/2018/5/layout/IconLeafLabelList"/>
    <dgm:cxn modelId="{739211CD-E27B-492A-8D46-70249D305CCB}" srcId="{9A7839D1-3473-4B50-B715-84D73CED663E}" destId="{17544B8B-6721-448E-85D6-5843F9C27D11}" srcOrd="0" destOrd="0" parTransId="{A04BE805-00A2-41CE-BDC5-5E43867BE6F7}" sibTransId="{54340767-B167-4C15-A287-E1637652E2E0}"/>
    <dgm:cxn modelId="{B3A6AFD2-D971-4EA2-B4D7-0257107EC8E8}" srcId="{9A7839D1-3473-4B50-B715-84D73CED663E}" destId="{8B40FE24-CD12-4E01-BE6E-497D8EBE2358}" srcOrd="3" destOrd="0" parTransId="{D6A783C4-DDCE-472B-BF79-817C94ECC1E3}" sibTransId="{ABF9C2D5-21A5-4771-AF9E-54A6E3AD4BCC}"/>
    <dgm:cxn modelId="{20D328E2-105B-46D4-8136-7D719ADBE0EE}" type="presOf" srcId="{17544B8B-6721-448E-85D6-5843F9C27D11}" destId="{360347A2-283A-4BE5-86CD-670D959A70E3}" srcOrd="0" destOrd="0" presId="urn:microsoft.com/office/officeart/2018/5/layout/IconLeafLabelList"/>
    <dgm:cxn modelId="{9D97ECF1-AFE8-418C-B6E4-2BE285708A65}" type="presOf" srcId="{2A6F240B-BDDD-43C6-AFE0-BF32DC7E4368}" destId="{E00DA77E-10B0-4372-845B-D16E1492320E}" srcOrd="0" destOrd="0" presId="urn:microsoft.com/office/officeart/2018/5/layout/IconLeafLabelList"/>
    <dgm:cxn modelId="{024215BF-157A-46D5-A3E1-7E253C19B843}" type="presParOf" srcId="{357B7E5F-09C6-47BD-98F6-C418A61F8684}" destId="{0ABC38A1-F834-4566-9600-017DC632DE7B}" srcOrd="0" destOrd="0" presId="urn:microsoft.com/office/officeart/2018/5/layout/IconLeafLabelList"/>
    <dgm:cxn modelId="{F373AA8B-DEA4-4798-820D-C2358D6D7F3F}" type="presParOf" srcId="{0ABC38A1-F834-4566-9600-017DC632DE7B}" destId="{18CB539B-517F-4E0B-A76E-2588CCCF8866}" srcOrd="0" destOrd="0" presId="urn:microsoft.com/office/officeart/2018/5/layout/IconLeafLabelList"/>
    <dgm:cxn modelId="{E7531A43-9CBE-4061-95D5-920CDD37A1F8}" type="presParOf" srcId="{0ABC38A1-F834-4566-9600-017DC632DE7B}" destId="{C3871767-C0DA-44CB-A843-A601DF727CA0}" srcOrd="1" destOrd="0" presId="urn:microsoft.com/office/officeart/2018/5/layout/IconLeafLabelList"/>
    <dgm:cxn modelId="{4E8AD462-4749-444B-A0AC-97421FA68871}" type="presParOf" srcId="{0ABC38A1-F834-4566-9600-017DC632DE7B}" destId="{99C92A8F-C710-4F2F-943C-0EE73F0D1191}" srcOrd="2" destOrd="0" presId="urn:microsoft.com/office/officeart/2018/5/layout/IconLeafLabelList"/>
    <dgm:cxn modelId="{062DBAF5-7357-4FD3-96F5-67C2CCD9A974}" type="presParOf" srcId="{0ABC38A1-F834-4566-9600-017DC632DE7B}" destId="{360347A2-283A-4BE5-86CD-670D959A70E3}" srcOrd="3" destOrd="0" presId="urn:microsoft.com/office/officeart/2018/5/layout/IconLeafLabelList"/>
    <dgm:cxn modelId="{B694C426-72D5-41E0-B302-7A8D644B946C}" type="presParOf" srcId="{357B7E5F-09C6-47BD-98F6-C418A61F8684}" destId="{E3F080BA-BF71-44FF-8017-E6647CAE0AB3}" srcOrd="1" destOrd="0" presId="urn:microsoft.com/office/officeart/2018/5/layout/IconLeafLabelList"/>
    <dgm:cxn modelId="{D7F15773-D8CC-4A83-B0D1-B8392E93C7DE}" type="presParOf" srcId="{357B7E5F-09C6-47BD-98F6-C418A61F8684}" destId="{2D7E3343-C896-4DDE-BD20-1594D33B9F96}" srcOrd="2" destOrd="0" presId="urn:microsoft.com/office/officeart/2018/5/layout/IconLeafLabelList"/>
    <dgm:cxn modelId="{1C2A8D54-5A13-4495-B1D8-76B4283CA575}" type="presParOf" srcId="{2D7E3343-C896-4DDE-BD20-1594D33B9F96}" destId="{AB6C80E9-A879-47B1-A909-1ABAA5FBE56D}" srcOrd="0" destOrd="0" presId="urn:microsoft.com/office/officeart/2018/5/layout/IconLeafLabelList"/>
    <dgm:cxn modelId="{395C4E86-4431-4F4C-B56D-BB24F94D9AC3}" type="presParOf" srcId="{2D7E3343-C896-4DDE-BD20-1594D33B9F96}" destId="{D7994AB3-5F4B-4B66-B411-B63949531E7D}" srcOrd="1" destOrd="0" presId="urn:microsoft.com/office/officeart/2018/5/layout/IconLeafLabelList"/>
    <dgm:cxn modelId="{6D094707-17A0-48A3-862A-CCA68AA5DCB0}" type="presParOf" srcId="{2D7E3343-C896-4DDE-BD20-1594D33B9F96}" destId="{A5C97595-0025-4DDB-835A-635B7FA81B60}" srcOrd="2" destOrd="0" presId="urn:microsoft.com/office/officeart/2018/5/layout/IconLeafLabelList"/>
    <dgm:cxn modelId="{981EFDF8-B5B5-4281-A1C4-D0F4E2615253}" type="presParOf" srcId="{2D7E3343-C896-4DDE-BD20-1594D33B9F96}" destId="{E00DA77E-10B0-4372-845B-D16E1492320E}" srcOrd="3" destOrd="0" presId="urn:microsoft.com/office/officeart/2018/5/layout/IconLeafLabelList"/>
    <dgm:cxn modelId="{616F178D-ACE2-49DE-A4CF-8A9611835292}" type="presParOf" srcId="{357B7E5F-09C6-47BD-98F6-C418A61F8684}" destId="{9D038156-CB6F-4BF2-8013-827C8132F115}" srcOrd="3" destOrd="0" presId="urn:microsoft.com/office/officeart/2018/5/layout/IconLeafLabelList"/>
    <dgm:cxn modelId="{9457650E-00FE-4AC4-94BE-4065616958F4}" type="presParOf" srcId="{357B7E5F-09C6-47BD-98F6-C418A61F8684}" destId="{3D09BB82-5DDD-49CB-B95E-7757F89C7238}" srcOrd="4" destOrd="0" presId="urn:microsoft.com/office/officeart/2018/5/layout/IconLeafLabelList"/>
    <dgm:cxn modelId="{59733B86-7710-45AD-938F-6CF47FEE2DB9}" type="presParOf" srcId="{3D09BB82-5DDD-49CB-B95E-7757F89C7238}" destId="{30EC5E8B-FA88-457D-B330-B1D070D11954}" srcOrd="0" destOrd="0" presId="urn:microsoft.com/office/officeart/2018/5/layout/IconLeafLabelList"/>
    <dgm:cxn modelId="{3937F70C-4BEB-4ED4-A696-D5C4E9643CDF}" type="presParOf" srcId="{3D09BB82-5DDD-49CB-B95E-7757F89C7238}" destId="{7ACF4DB7-7AF5-4CF1-BB54-2CEDE41DC62B}" srcOrd="1" destOrd="0" presId="urn:microsoft.com/office/officeart/2018/5/layout/IconLeafLabelList"/>
    <dgm:cxn modelId="{807D3F66-BF84-4879-AA03-1C9D0AEB5C41}" type="presParOf" srcId="{3D09BB82-5DDD-49CB-B95E-7757F89C7238}" destId="{AA9462E1-486D-4FCC-81E7-06F0032A704D}" srcOrd="2" destOrd="0" presId="urn:microsoft.com/office/officeart/2018/5/layout/IconLeafLabelList"/>
    <dgm:cxn modelId="{B33A3EC9-49C4-4C40-B05F-9D58FF2A2B30}" type="presParOf" srcId="{3D09BB82-5DDD-49CB-B95E-7757F89C7238}" destId="{5660C8D8-5550-4D51-8814-65807429D092}" srcOrd="3" destOrd="0" presId="urn:microsoft.com/office/officeart/2018/5/layout/IconLeafLabelList"/>
    <dgm:cxn modelId="{7B370DCF-7DDD-4E26-B50E-98C173523998}" type="presParOf" srcId="{357B7E5F-09C6-47BD-98F6-C418A61F8684}" destId="{45528F6F-98B0-480A-AF6B-DD608B32BAD0}" srcOrd="5" destOrd="0" presId="urn:microsoft.com/office/officeart/2018/5/layout/IconLeafLabelList"/>
    <dgm:cxn modelId="{AADCF5CF-97F9-406F-9734-46D1618204B4}" type="presParOf" srcId="{357B7E5F-09C6-47BD-98F6-C418A61F8684}" destId="{A573A09E-E4B1-4FA8-8F6D-191956DCF309}" srcOrd="6" destOrd="0" presId="urn:microsoft.com/office/officeart/2018/5/layout/IconLeafLabelList"/>
    <dgm:cxn modelId="{FB0518AF-01A2-43CE-8FF2-C4F8B1CB6811}" type="presParOf" srcId="{A573A09E-E4B1-4FA8-8F6D-191956DCF309}" destId="{AC6D4046-B65F-4E72-BF7F-F36665F4F3D4}" srcOrd="0" destOrd="0" presId="urn:microsoft.com/office/officeart/2018/5/layout/IconLeafLabelList"/>
    <dgm:cxn modelId="{4D676930-5EBD-49D4-865A-496FC707824D}" type="presParOf" srcId="{A573A09E-E4B1-4FA8-8F6D-191956DCF309}" destId="{09E2C600-2C9F-4874-82FC-284C9251D933}" srcOrd="1" destOrd="0" presId="urn:microsoft.com/office/officeart/2018/5/layout/IconLeafLabelList"/>
    <dgm:cxn modelId="{BC044A35-9BB9-4302-900C-2BB2298133CA}" type="presParOf" srcId="{A573A09E-E4B1-4FA8-8F6D-191956DCF309}" destId="{E1B0E276-0D79-4E07-800A-5687836DCB1A}" srcOrd="2" destOrd="0" presId="urn:microsoft.com/office/officeart/2018/5/layout/IconLeafLabelList"/>
    <dgm:cxn modelId="{365237CA-EBAC-469F-990B-E73EF7229C8F}" type="presParOf" srcId="{A573A09E-E4B1-4FA8-8F6D-191956DCF309}" destId="{F8AC3C44-573F-4C27-8B5D-CDCA6865412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250E2A-B101-437A-8E50-D95ED2DF546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A9FA01-64F4-4B63-9645-A5C54739BC49}">
      <dgm:prSet/>
      <dgm:spPr/>
      <dgm:t>
        <a:bodyPr/>
        <a:lstStyle/>
        <a:p>
          <a:r>
            <a:rPr lang="en-US"/>
            <a:t>1) Lançar um raio para cada pixel da imagem</a:t>
          </a:r>
        </a:p>
      </dgm:t>
    </dgm:pt>
    <dgm:pt modelId="{39C08C9B-1138-47BA-AC5F-967B227745F0}" type="parTrans" cxnId="{B94A6890-553C-4707-A44B-0BED650C9154}">
      <dgm:prSet/>
      <dgm:spPr/>
      <dgm:t>
        <a:bodyPr/>
        <a:lstStyle/>
        <a:p>
          <a:endParaRPr lang="en-US"/>
        </a:p>
      </dgm:t>
    </dgm:pt>
    <dgm:pt modelId="{E4A5F8FB-46CE-40BA-A55B-DEA4DDBC80E5}" type="sibTrans" cxnId="{B94A6890-553C-4707-A44B-0BED650C9154}">
      <dgm:prSet/>
      <dgm:spPr/>
      <dgm:t>
        <a:bodyPr/>
        <a:lstStyle/>
        <a:p>
          <a:endParaRPr lang="en-US"/>
        </a:p>
      </dgm:t>
    </dgm:pt>
    <dgm:pt modelId="{D21F6B7E-82B7-43E3-9F3B-BC54A07D2B37}">
      <dgm:prSet/>
      <dgm:spPr/>
      <dgm:t>
        <a:bodyPr/>
        <a:lstStyle/>
        <a:p>
          <a:r>
            <a:rPr lang="en-US"/>
            <a:t>2) Verificar interseções com objetos da cena</a:t>
          </a:r>
        </a:p>
      </dgm:t>
    </dgm:pt>
    <dgm:pt modelId="{56029056-9631-42E0-8AA1-C32F5F4B77A2}" type="parTrans" cxnId="{9CB49BD3-F22B-4459-B39D-C18EE687BE32}">
      <dgm:prSet/>
      <dgm:spPr/>
      <dgm:t>
        <a:bodyPr/>
        <a:lstStyle/>
        <a:p>
          <a:endParaRPr lang="en-US"/>
        </a:p>
      </dgm:t>
    </dgm:pt>
    <dgm:pt modelId="{5BDA9741-B721-40F4-B5CD-CFD3B993FC36}" type="sibTrans" cxnId="{9CB49BD3-F22B-4459-B39D-C18EE687BE32}">
      <dgm:prSet/>
      <dgm:spPr/>
      <dgm:t>
        <a:bodyPr/>
        <a:lstStyle/>
        <a:p>
          <a:endParaRPr lang="en-US"/>
        </a:p>
      </dgm:t>
    </dgm:pt>
    <dgm:pt modelId="{2E4009BC-EACE-403D-AD72-C046A9E46DB5}">
      <dgm:prSet/>
      <dgm:spPr/>
      <dgm:t>
        <a:bodyPr/>
        <a:lstStyle/>
        <a:p>
          <a:r>
            <a:rPr lang="en-US"/>
            <a:t>3) Escolher o objeto mais próximo</a:t>
          </a:r>
        </a:p>
      </dgm:t>
    </dgm:pt>
    <dgm:pt modelId="{5295DD35-DBB8-4357-B2A5-60113D1BC9C1}" type="parTrans" cxnId="{2585BF62-414C-45A5-95E0-22D79553B32C}">
      <dgm:prSet/>
      <dgm:spPr/>
      <dgm:t>
        <a:bodyPr/>
        <a:lstStyle/>
        <a:p>
          <a:endParaRPr lang="en-US"/>
        </a:p>
      </dgm:t>
    </dgm:pt>
    <dgm:pt modelId="{5D4B60E9-E22F-47BE-A53B-39B97975CD8E}" type="sibTrans" cxnId="{2585BF62-414C-45A5-95E0-22D79553B32C}">
      <dgm:prSet/>
      <dgm:spPr/>
      <dgm:t>
        <a:bodyPr/>
        <a:lstStyle/>
        <a:p>
          <a:endParaRPr lang="en-US"/>
        </a:p>
      </dgm:t>
    </dgm:pt>
    <dgm:pt modelId="{E542F585-1227-478B-864B-B16BD593C134}">
      <dgm:prSet/>
      <dgm:spPr/>
      <dgm:t>
        <a:bodyPr/>
        <a:lstStyle/>
        <a:p>
          <a:r>
            <a:rPr lang="en-US"/>
            <a:t>4) Colorir o pixel</a:t>
          </a:r>
        </a:p>
      </dgm:t>
    </dgm:pt>
    <dgm:pt modelId="{49680419-5740-45CF-B909-EE1E38FF6905}" type="parTrans" cxnId="{19A0BB19-1A3C-4F69-9FC4-235B28DDD843}">
      <dgm:prSet/>
      <dgm:spPr/>
      <dgm:t>
        <a:bodyPr/>
        <a:lstStyle/>
        <a:p>
          <a:endParaRPr lang="en-US"/>
        </a:p>
      </dgm:t>
    </dgm:pt>
    <dgm:pt modelId="{266632C9-5923-489D-9B64-EED810B7DD8F}" type="sibTrans" cxnId="{19A0BB19-1A3C-4F69-9FC4-235B28DDD843}">
      <dgm:prSet/>
      <dgm:spPr/>
      <dgm:t>
        <a:bodyPr/>
        <a:lstStyle/>
        <a:p>
          <a:endParaRPr lang="en-US"/>
        </a:p>
      </dgm:t>
    </dgm:pt>
    <dgm:pt modelId="{AA7B54BE-79B9-4185-87CF-ACA929DDF3E4}">
      <dgm:prSet/>
      <dgm:spPr/>
      <dgm:t>
        <a:bodyPr/>
        <a:lstStyle/>
        <a:p>
          <a:r>
            <a:rPr lang="en-US"/>
            <a:t>Versão básica sem sombra, reflexão ou transparência</a:t>
          </a:r>
        </a:p>
      </dgm:t>
    </dgm:pt>
    <dgm:pt modelId="{823D049D-0849-43AE-BCCC-3F6238402F51}" type="parTrans" cxnId="{929DE0B6-A4E1-4A78-87CF-8EEACA548349}">
      <dgm:prSet/>
      <dgm:spPr/>
      <dgm:t>
        <a:bodyPr/>
        <a:lstStyle/>
        <a:p>
          <a:endParaRPr lang="en-US"/>
        </a:p>
      </dgm:t>
    </dgm:pt>
    <dgm:pt modelId="{63E6CC00-C588-4FE7-AC18-428BCDC23644}" type="sibTrans" cxnId="{929DE0B6-A4E1-4A78-87CF-8EEACA548349}">
      <dgm:prSet/>
      <dgm:spPr/>
      <dgm:t>
        <a:bodyPr/>
        <a:lstStyle/>
        <a:p>
          <a:endParaRPr lang="en-US"/>
        </a:p>
      </dgm:t>
    </dgm:pt>
    <dgm:pt modelId="{FB4D5692-2AA2-4091-BC45-DAB20E5B5AEA}" type="pres">
      <dgm:prSet presAssocID="{40250E2A-B101-437A-8E50-D95ED2DF5463}" presName="diagram" presStyleCnt="0">
        <dgm:presLayoutVars>
          <dgm:dir/>
          <dgm:resizeHandles val="exact"/>
        </dgm:presLayoutVars>
      </dgm:prSet>
      <dgm:spPr/>
    </dgm:pt>
    <dgm:pt modelId="{0F7FB525-32A0-4972-BD09-838422879FB6}" type="pres">
      <dgm:prSet presAssocID="{9AA9FA01-64F4-4B63-9645-A5C54739BC49}" presName="node" presStyleLbl="node1" presStyleIdx="0" presStyleCnt="5">
        <dgm:presLayoutVars>
          <dgm:bulletEnabled val="1"/>
        </dgm:presLayoutVars>
      </dgm:prSet>
      <dgm:spPr/>
    </dgm:pt>
    <dgm:pt modelId="{CFC8683E-BE1A-463B-B158-9569731B9DCB}" type="pres">
      <dgm:prSet presAssocID="{E4A5F8FB-46CE-40BA-A55B-DEA4DDBC80E5}" presName="sibTrans" presStyleCnt="0"/>
      <dgm:spPr/>
    </dgm:pt>
    <dgm:pt modelId="{7302C56D-6048-46C0-8676-CC8E0AA46C99}" type="pres">
      <dgm:prSet presAssocID="{D21F6B7E-82B7-43E3-9F3B-BC54A07D2B37}" presName="node" presStyleLbl="node1" presStyleIdx="1" presStyleCnt="5">
        <dgm:presLayoutVars>
          <dgm:bulletEnabled val="1"/>
        </dgm:presLayoutVars>
      </dgm:prSet>
      <dgm:spPr/>
    </dgm:pt>
    <dgm:pt modelId="{31839252-1146-41C8-9BB3-88F8F3EBAEF6}" type="pres">
      <dgm:prSet presAssocID="{5BDA9741-B721-40F4-B5CD-CFD3B993FC36}" presName="sibTrans" presStyleCnt="0"/>
      <dgm:spPr/>
    </dgm:pt>
    <dgm:pt modelId="{00051850-DAE5-47B4-9727-A841477C0B6C}" type="pres">
      <dgm:prSet presAssocID="{2E4009BC-EACE-403D-AD72-C046A9E46DB5}" presName="node" presStyleLbl="node1" presStyleIdx="2" presStyleCnt="5">
        <dgm:presLayoutVars>
          <dgm:bulletEnabled val="1"/>
        </dgm:presLayoutVars>
      </dgm:prSet>
      <dgm:spPr/>
    </dgm:pt>
    <dgm:pt modelId="{38DE3791-3A66-4544-94D0-2F757F1D6915}" type="pres">
      <dgm:prSet presAssocID="{5D4B60E9-E22F-47BE-A53B-39B97975CD8E}" presName="sibTrans" presStyleCnt="0"/>
      <dgm:spPr/>
    </dgm:pt>
    <dgm:pt modelId="{89E2F4B4-279E-41AB-9253-55B7B91B13FD}" type="pres">
      <dgm:prSet presAssocID="{E542F585-1227-478B-864B-B16BD593C134}" presName="node" presStyleLbl="node1" presStyleIdx="3" presStyleCnt="5">
        <dgm:presLayoutVars>
          <dgm:bulletEnabled val="1"/>
        </dgm:presLayoutVars>
      </dgm:prSet>
      <dgm:spPr/>
    </dgm:pt>
    <dgm:pt modelId="{D46D7F84-069A-45A5-9BD9-AF2CE3357A8D}" type="pres">
      <dgm:prSet presAssocID="{266632C9-5923-489D-9B64-EED810B7DD8F}" presName="sibTrans" presStyleCnt="0"/>
      <dgm:spPr/>
    </dgm:pt>
    <dgm:pt modelId="{D1CCD396-00CF-4CAC-87AD-F81294063E1D}" type="pres">
      <dgm:prSet presAssocID="{AA7B54BE-79B9-4185-87CF-ACA929DDF3E4}" presName="node" presStyleLbl="node1" presStyleIdx="4" presStyleCnt="5">
        <dgm:presLayoutVars>
          <dgm:bulletEnabled val="1"/>
        </dgm:presLayoutVars>
      </dgm:prSet>
      <dgm:spPr/>
    </dgm:pt>
  </dgm:ptLst>
  <dgm:cxnLst>
    <dgm:cxn modelId="{80DDB200-DA72-45A3-B02A-B3AA85BB8555}" type="presOf" srcId="{2E4009BC-EACE-403D-AD72-C046A9E46DB5}" destId="{00051850-DAE5-47B4-9727-A841477C0B6C}" srcOrd="0" destOrd="0" presId="urn:microsoft.com/office/officeart/2005/8/layout/default"/>
    <dgm:cxn modelId="{D694240C-866E-4E5E-B49C-9CC50DAE620D}" type="presOf" srcId="{AA7B54BE-79B9-4185-87CF-ACA929DDF3E4}" destId="{D1CCD396-00CF-4CAC-87AD-F81294063E1D}" srcOrd="0" destOrd="0" presId="urn:microsoft.com/office/officeart/2005/8/layout/default"/>
    <dgm:cxn modelId="{19A0BB19-1A3C-4F69-9FC4-235B28DDD843}" srcId="{40250E2A-B101-437A-8E50-D95ED2DF5463}" destId="{E542F585-1227-478B-864B-B16BD593C134}" srcOrd="3" destOrd="0" parTransId="{49680419-5740-45CF-B909-EE1E38FF6905}" sibTransId="{266632C9-5923-489D-9B64-EED810B7DD8F}"/>
    <dgm:cxn modelId="{54D4EC1C-E120-41C3-8DD4-9AA967E19D14}" type="presOf" srcId="{40250E2A-B101-437A-8E50-D95ED2DF5463}" destId="{FB4D5692-2AA2-4091-BC45-DAB20E5B5AEA}" srcOrd="0" destOrd="0" presId="urn:microsoft.com/office/officeart/2005/8/layout/default"/>
    <dgm:cxn modelId="{E3EAB02C-D827-449D-ABFB-6F22C041445D}" type="presOf" srcId="{D21F6B7E-82B7-43E3-9F3B-BC54A07D2B37}" destId="{7302C56D-6048-46C0-8676-CC8E0AA46C99}" srcOrd="0" destOrd="0" presId="urn:microsoft.com/office/officeart/2005/8/layout/default"/>
    <dgm:cxn modelId="{2585BF62-414C-45A5-95E0-22D79553B32C}" srcId="{40250E2A-B101-437A-8E50-D95ED2DF5463}" destId="{2E4009BC-EACE-403D-AD72-C046A9E46DB5}" srcOrd="2" destOrd="0" parTransId="{5295DD35-DBB8-4357-B2A5-60113D1BC9C1}" sibTransId="{5D4B60E9-E22F-47BE-A53B-39B97975CD8E}"/>
    <dgm:cxn modelId="{B94A6890-553C-4707-A44B-0BED650C9154}" srcId="{40250E2A-B101-437A-8E50-D95ED2DF5463}" destId="{9AA9FA01-64F4-4B63-9645-A5C54739BC49}" srcOrd="0" destOrd="0" parTransId="{39C08C9B-1138-47BA-AC5F-967B227745F0}" sibTransId="{E4A5F8FB-46CE-40BA-A55B-DEA4DDBC80E5}"/>
    <dgm:cxn modelId="{929DE0B6-A4E1-4A78-87CF-8EEACA548349}" srcId="{40250E2A-B101-437A-8E50-D95ED2DF5463}" destId="{AA7B54BE-79B9-4185-87CF-ACA929DDF3E4}" srcOrd="4" destOrd="0" parTransId="{823D049D-0849-43AE-BCCC-3F6238402F51}" sibTransId="{63E6CC00-C588-4FE7-AC18-428BCDC23644}"/>
    <dgm:cxn modelId="{9CB49BD3-F22B-4459-B39D-C18EE687BE32}" srcId="{40250E2A-B101-437A-8E50-D95ED2DF5463}" destId="{D21F6B7E-82B7-43E3-9F3B-BC54A07D2B37}" srcOrd="1" destOrd="0" parTransId="{56029056-9631-42E0-8AA1-C32F5F4B77A2}" sibTransId="{5BDA9741-B721-40F4-B5CD-CFD3B993FC36}"/>
    <dgm:cxn modelId="{0DBE26E6-6A44-4C2D-A3C4-391AF14C9404}" type="presOf" srcId="{9AA9FA01-64F4-4B63-9645-A5C54739BC49}" destId="{0F7FB525-32A0-4972-BD09-838422879FB6}" srcOrd="0" destOrd="0" presId="urn:microsoft.com/office/officeart/2005/8/layout/default"/>
    <dgm:cxn modelId="{08DF9EEE-7D69-4FB4-9F7D-79579C2E52E4}" type="presOf" srcId="{E542F585-1227-478B-864B-B16BD593C134}" destId="{89E2F4B4-279E-41AB-9253-55B7B91B13FD}" srcOrd="0" destOrd="0" presId="urn:microsoft.com/office/officeart/2005/8/layout/default"/>
    <dgm:cxn modelId="{E6F844B4-3E8E-4B28-BADA-08760C071C59}" type="presParOf" srcId="{FB4D5692-2AA2-4091-BC45-DAB20E5B5AEA}" destId="{0F7FB525-32A0-4972-BD09-838422879FB6}" srcOrd="0" destOrd="0" presId="urn:microsoft.com/office/officeart/2005/8/layout/default"/>
    <dgm:cxn modelId="{D41F6BBA-0F04-478A-98B9-7C454BC5E49A}" type="presParOf" srcId="{FB4D5692-2AA2-4091-BC45-DAB20E5B5AEA}" destId="{CFC8683E-BE1A-463B-B158-9569731B9DCB}" srcOrd="1" destOrd="0" presId="urn:microsoft.com/office/officeart/2005/8/layout/default"/>
    <dgm:cxn modelId="{8D598B43-A3B6-41F8-8983-69C8E44013AB}" type="presParOf" srcId="{FB4D5692-2AA2-4091-BC45-DAB20E5B5AEA}" destId="{7302C56D-6048-46C0-8676-CC8E0AA46C99}" srcOrd="2" destOrd="0" presId="urn:microsoft.com/office/officeart/2005/8/layout/default"/>
    <dgm:cxn modelId="{FA55D17D-A2D5-449B-99BE-DF47D80DF797}" type="presParOf" srcId="{FB4D5692-2AA2-4091-BC45-DAB20E5B5AEA}" destId="{31839252-1146-41C8-9BB3-88F8F3EBAEF6}" srcOrd="3" destOrd="0" presId="urn:microsoft.com/office/officeart/2005/8/layout/default"/>
    <dgm:cxn modelId="{09F2C744-08CA-49A3-9D4B-F60DE063468F}" type="presParOf" srcId="{FB4D5692-2AA2-4091-BC45-DAB20E5B5AEA}" destId="{00051850-DAE5-47B4-9727-A841477C0B6C}" srcOrd="4" destOrd="0" presId="urn:microsoft.com/office/officeart/2005/8/layout/default"/>
    <dgm:cxn modelId="{844503A7-B1C2-4C50-903A-F5794D6C7393}" type="presParOf" srcId="{FB4D5692-2AA2-4091-BC45-DAB20E5B5AEA}" destId="{38DE3791-3A66-4544-94D0-2F757F1D6915}" srcOrd="5" destOrd="0" presId="urn:microsoft.com/office/officeart/2005/8/layout/default"/>
    <dgm:cxn modelId="{9B89A2C3-DABC-4B74-A03D-1139328EB9A6}" type="presParOf" srcId="{FB4D5692-2AA2-4091-BC45-DAB20E5B5AEA}" destId="{89E2F4B4-279E-41AB-9253-55B7B91B13FD}" srcOrd="6" destOrd="0" presId="urn:microsoft.com/office/officeart/2005/8/layout/default"/>
    <dgm:cxn modelId="{3B13A94B-B87C-418B-A650-9290AF5F72C7}" type="presParOf" srcId="{FB4D5692-2AA2-4091-BC45-DAB20E5B5AEA}" destId="{D46D7F84-069A-45A5-9BD9-AF2CE3357A8D}" srcOrd="7" destOrd="0" presId="urn:microsoft.com/office/officeart/2005/8/layout/default"/>
    <dgm:cxn modelId="{AE640C95-CFFA-4DA4-A171-202406129820}" type="presParOf" srcId="{FB4D5692-2AA2-4091-BC45-DAB20E5B5AEA}" destId="{D1CCD396-00CF-4CAC-87AD-F81294063E1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23D657-9DA9-4E6C-9210-0BF0ABBE97C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194807B-43D0-4EC7-A6AC-778B528FD0E4}">
      <dgm:prSet/>
      <dgm:spPr/>
      <dgm:t>
        <a:bodyPr/>
        <a:lstStyle/>
        <a:p>
          <a:r>
            <a:rPr lang="en-US"/>
            <a:t>Raio definido por origem O e direção D</a:t>
          </a:r>
        </a:p>
      </dgm:t>
    </dgm:pt>
    <dgm:pt modelId="{1D78D609-6F1F-4C32-95EE-2E9304B7C1D0}" type="parTrans" cxnId="{E4DF2A12-E543-485F-AEDF-B5D84E522AFF}">
      <dgm:prSet/>
      <dgm:spPr/>
      <dgm:t>
        <a:bodyPr/>
        <a:lstStyle/>
        <a:p>
          <a:endParaRPr lang="en-US"/>
        </a:p>
      </dgm:t>
    </dgm:pt>
    <dgm:pt modelId="{DA0B8564-1094-4A34-9305-D7C77263E3DE}" type="sibTrans" cxnId="{E4DF2A12-E543-485F-AEDF-B5D84E522AFF}">
      <dgm:prSet/>
      <dgm:spPr/>
      <dgm:t>
        <a:bodyPr/>
        <a:lstStyle/>
        <a:p>
          <a:endParaRPr lang="en-US"/>
        </a:p>
      </dgm:t>
    </dgm:pt>
    <dgm:pt modelId="{83AA30E5-15C9-4C57-8D25-C808D2C4B863}">
      <dgm:prSet/>
      <dgm:spPr/>
      <dgm:t>
        <a:bodyPr/>
        <a:lstStyle/>
        <a:p>
          <a:r>
            <a:rPr lang="en-US"/>
            <a:t>Equação paramétrica: R(t) = O + t·D, t ≥ 0</a:t>
          </a:r>
        </a:p>
      </dgm:t>
    </dgm:pt>
    <dgm:pt modelId="{4954C459-0DFC-4884-BF25-2FE08910F8B4}" type="parTrans" cxnId="{1ACE68F3-500B-49AD-9C32-B458BEE58043}">
      <dgm:prSet/>
      <dgm:spPr/>
      <dgm:t>
        <a:bodyPr/>
        <a:lstStyle/>
        <a:p>
          <a:endParaRPr lang="en-US"/>
        </a:p>
      </dgm:t>
    </dgm:pt>
    <dgm:pt modelId="{3CB45E29-FAC5-432D-BB56-BD9339D2D63B}" type="sibTrans" cxnId="{1ACE68F3-500B-49AD-9C32-B458BEE58043}">
      <dgm:prSet/>
      <dgm:spPr/>
      <dgm:t>
        <a:bodyPr/>
        <a:lstStyle/>
        <a:p>
          <a:endParaRPr lang="en-US"/>
        </a:p>
      </dgm:t>
    </dgm:pt>
    <dgm:pt modelId="{965FCF15-8D62-42E5-A142-78231DA2651D}">
      <dgm:prSet/>
      <dgm:spPr/>
      <dgm:t>
        <a:bodyPr/>
        <a:lstStyle/>
        <a:p>
          <a:r>
            <a:rPr lang="en-US"/>
            <a:t>Usada para testar interseções com superfícies</a:t>
          </a:r>
        </a:p>
      </dgm:t>
    </dgm:pt>
    <dgm:pt modelId="{02DE1341-A285-462C-A610-0D11CCC8FC08}" type="parTrans" cxnId="{4B9D42C9-4631-481A-B078-0477C11FE251}">
      <dgm:prSet/>
      <dgm:spPr/>
      <dgm:t>
        <a:bodyPr/>
        <a:lstStyle/>
        <a:p>
          <a:endParaRPr lang="en-US"/>
        </a:p>
      </dgm:t>
    </dgm:pt>
    <dgm:pt modelId="{21CF66F6-6D93-4F75-886A-3896E0C916E8}" type="sibTrans" cxnId="{4B9D42C9-4631-481A-B078-0477C11FE251}">
      <dgm:prSet/>
      <dgm:spPr/>
      <dgm:t>
        <a:bodyPr/>
        <a:lstStyle/>
        <a:p>
          <a:endParaRPr lang="en-US"/>
        </a:p>
      </dgm:t>
    </dgm:pt>
    <dgm:pt modelId="{787AF91C-18D8-4B08-B3BF-0A0CB15866D9}">
      <dgm:prSet/>
      <dgm:spPr/>
      <dgm:t>
        <a:bodyPr/>
        <a:lstStyle/>
        <a:p>
          <a:r>
            <a:rPr lang="en-US"/>
            <a:t>Direção sempre normalizada</a:t>
          </a:r>
        </a:p>
      </dgm:t>
    </dgm:pt>
    <dgm:pt modelId="{D4430F7E-08E5-4238-A93B-94B57E9A175E}" type="parTrans" cxnId="{32A9DA85-049E-4067-8202-360EA639988A}">
      <dgm:prSet/>
      <dgm:spPr/>
      <dgm:t>
        <a:bodyPr/>
        <a:lstStyle/>
        <a:p>
          <a:endParaRPr lang="en-US"/>
        </a:p>
      </dgm:t>
    </dgm:pt>
    <dgm:pt modelId="{47F52CC0-F11F-44EE-B24F-CC212C86F964}" type="sibTrans" cxnId="{32A9DA85-049E-4067-8202-360EA639988A}">
      <dgm:prSet/>
      <dgm:spPr/>
      <dgm:t>
        <a:bodyPr/>
        <a:lstStyle/>
        <a:p>
          <a:endParaRPr lang="en-US"/>
        </a:p>
      </dgm:t>
    </dgm:pt>
    <dgm:pt modelId="{2DBC8E43-A668-4C62-B54C-EB45763971DD}" type="pres">
      <dgm:prSet presAssocID="{7C23D657-9DA9-4E6C-9210-0BF0ABBE97C0}" presName="linear" presStyleCnt="0">
        <dgm:presLayoutVars>
          <dgm:animLvl val="lvl"/>
          <dgm:resizeHandles val="exact"/>
        </dgm:presLayoutVars>
      </dgm:prSet>
      <dgm:spPr/>
    </dgm:pt>
    <dgm:pt modelId="{42F3C624-AAA7-42D8-A658-1B6D52917FE0}" type="pres">
      <dgm:prSet presAssocID="{F194807B-43D0-4EC7-A6AC-778B528FD0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976D95-9880-4DE3-8193-3C4EDF701DA3}" type="pres">
      <dgm:prSet presAssocID="{DA0B8564-1094-4A34-9305-D7C77263E3DE}" presName="spacer" presStyleCnt="0"/>
      <dgm:spPr/>
    </dgm:pt>
    <dgm:pt modelId="{913CC593-DF71-4530-8690-692009B3E88A}" type="pres">
      <dgm:prSet presAssocID="{83AA30E5-15C9-4C57-8D25-C808D2C4B8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1A7840-CC9D-4BA9-A307-A7BD0DD2150B}" type="pres">
      <dgm:prSet presAssocID="{3CB45E29-FAC5-432D-BB56-BD9339D2D63B}" presName="spacer" presStyleCnt="0"/>
      <dgm:spPr/>
    </dgm:pt>
    <dgm:pt modelId="{69D1D9D0-A24D-4B09-9F24-CA510E461A18}" type="pres">
      <dgm:prSet presAssocID="{965FCF15-8D62-42E5-A142-78231DA2651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77A1C1-9F17-4043-9CD5-80229EFEF04F}" type="pres">
      <dgm:prSet presAssocID="{21CF66F6-6D93-4F75-886A-3896E0C916E8}" presName="spacer" presStyleCnt="0"/>
      <dgm:spPr/>
    </dgm:pt>
    <dgm:pt modelId="{C2C98DD1-E126-44EE-899E-552D4A3AFAF8}" type="pres">
      <dgm:prSet presAssocID="{787AF91C-18D8-4B08-B3BF-0A0CB15866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C46501-6687-4B7F-B5DF-0766CE0AD198}" type="presOf" srcId="{965FCF15-8D62-42E5-A142-78231DA2651D}" destId="{69D1D9D0-A24D-4B09-9F24-CA510E461A18}" srcOrd="0" destOrd="0" presId="urn:microsoft.com/office/officeart/2005/8/layout/vList2"/>
    <dgm:cxn modelId="{E4DF2A12-E543-485F-AEDF-B5D84E522AFF}" srcId="{7C23D657-9DA9-4E6C-9210-0BF0ABBE97C0}" destId="{F194807B-43D0-4EC7-A6AC-778B528FD0E4}" srcOrd="0" destOrd="0" parTransId="{1D78D609-6F1F-4C32-95EE-2E9304B7C1D0}" sibTransId="{DA0B8564-1094-4A34-9305-D7C77263E3DE}"/>
    <dgm:cxn modelId="{F66F1116-52EE-4E5B-A273-BF4FA684380D}" type="presOf" srcId="{7C23D657-9DA9-4E6C-9210-0BF0ABBE97C0}" destId="{2DBC8E43-A668-4C62-B54C-EB45763971DD}" srcOrd="0" destOrd="0" presId="urn:microsoft.com/office/officeart/2005/8/layout/vList2"/>
    <dgm:cxn modelId="{50B8CF18-1801-4FFC-AE51-7DFC0B061A77}" type="presOf" srcId="{F194807B-43D0-4EC7-A6AC-778B528FD0E4}" destId="{42F3C624-AAA7-42D8-A658-1B6D52917FE0}" srcOrd="0" destOrd="0" presId="urn:microsoft.com/office/officeart/2005/8/layout/vList2"/>
    <dgm:cxn modelId="{66DD7A45-C3EC-4C52-BECF-F13DA0C79A8F}" type="presOf" srcId="{787AF91C-18D8-4B08-B3BF-0A0CB15866D9}" destId="{C2C98DD1-E126-44EE-899E-552D4A3AFAF8}" srcOrd="0" destOrd="0" presId="urn:microsoft.com/office/officeart/2005/8/layout/vList2"/>
    <dgm:cxn modelId="{32A9DA85-049E-4067-8202-360EA639988A}" srcId="{7C23D657-9DA9-4E6C-9210-0BF0ABBE97C0}" destId="{787AF91C-18D8-4B08-B3BF-0A0CB15866D9}" srcOrd="3" destOrd="0" parTransId="{D4430F7E-08E5-4238-A93B-94B57E9A175E}" sibTransId="{47F52CC0-F11F-44EE-B24F-CC212C86F964}"/>
    <dgm:cxn modelId="{4B9D42C9-4631-481A-B078-0477C11FE251}" srcId="{7C23D657-9DA9-4E6C-9210-0BF0ABBE97C0}" destId="{965FCF15-8D62-42E5-A142-78231DA2651D}" srcOrd="2" destOrd="0" parTransId="{02DE1341-A285-462C-A610-0D11CCC8FC08}" sibTransId="{21CF66F6-6D93-4F75-886A-3896E0C916E8}"/>
    <dgm:cxn modelId="{E293DBEA-C2C8-4241-A1C2-8A718457C2CF}" type="presOf" srcId="{83AA30E5-15C9-4C57-8D25-C808D2C4B863}" destId="{913CC593-DF71-4530-8690-692009B3E88A}" srcOrd="0" destOrd="0" presId="urn:microsoft.com/office/officeart/2005/8/layout/vList2"/>
    <dgm:cxn modelId="{1ACE68F3-500B-49AD-9C32-B458BEE58043}" srcId="{7C23D657-9DA9-4E6C-9210-0BF0ABBE97C0}" destId="{83AA30E5-15C9-4C57-8D25-C808D2C4B863}" srcOrd="1" destOrd="0" parTransId="{4954C459-0DFC-4884-BF25-2FE08910F8B4}" sibTransId="{3CB45E29-FAC5-432D-BB56-BD9339D2D63B}"/>
    <dgm:cxn modelId="{40C1FEA4-4AF4-4178-AD4B-BC0D7AC01919}" type="presParOf" srcId="{2DBC8E43-A668-4C62-B54C-EB45763971DD}" destId="{42F3C624-AAA7-42D8-A658-1B6D52917FE0}" srcOrd="0" destOrd="0" presId="urn:microsoft.com/office/officeart/2005/8/layout/vList2"/>
    <dgm:cxn modelId="{96F0BEA3-275F-49D1-A94B-2C0A806C9D78}" type="presParOf" srcId="{2DBC8E43-A668-4C62-B54C-EB45763971DD}" destId="{45976D95-9880-4DE3-8193-3C4EDF701DA3}" srcOrd="1" destOrd="0" presId="urn:microsoft.com/office/officeart/2005/8/layout/vList2"/>
    <dgm:cxn modelId="{732BDC09-4FD0-4EAE-A6F5-97C371F0F3E1}" type="presParOf" srcId="{2DBC8E43-A668-4C62-B54C-EB45763971DD}" destId="{913CC593-DF71-4530-8690-692009B3E88A}" srcOrd="2" destOrd="0" presId="urn:microsoft.com/office/officeart/2005/8/layout/vList2"/>
    <dgm:cxn modelId="{E86353EC-C9E2-4C6F-96B6-B9239F79EF99}" type="presParOf" srcId="{2DBC8E43-A668-4C62-B54C-EB45763971DD}" destId="{A01A7840-CC9D-4BA9-A307-A7BD0DD2150B}" srcOrd="3" destOrd="0" presId="urn:microsoft.com/office/officeart/2005/8/layout/vList2"/>
    <dgm:cxn modelId="{6FEA140B-8044-46E0-AC10-96DA21B7F15A}" type="presParOf" srcId="{2DBC8E43-A668-4C62-B54C-EB45763971DD}" destId="{69D1D9D0-A24D-4B09-9F24-CA510E461A18}" srcOrd="4" destOrd="0" presId="urn:microsoft.com/office/officeart/2005/8/layout/vList2"/>
    <dgm:cxn modelId="{D5831309-404F-44EE-84C2-CF4C1E810E5B}" type="presParOf" srcId="{2DBC8E43-A668-4C62-B54C-EB45763971DD}" destId="{5177A1C1-9F17-4043-9CD5-80229EFEF04F}" srcOrd="5" destOrd="0" presId="urn:microsoft.com/office/officeart/2005/8/layout/vList2"/>
    <dgm:cxn modelId="{40223CE6-2719-456F-A923-27D023ADCAC0}" type="presParOf" srcId="{2DBC8E43-A668-4C62-B54C-EB45763971DD}" destId="{C2C98DD1-E126-44EE-899E-552D4A3AFAF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117F4D-0D79-4155-9F7B-548F7F9272D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2F7DB1-5F1A-497B-AC3C-DB4141DDE23C}">
      <dgm:prSet/>
      <dgm:spPr/>
      <dgm:t>
        <a:bodyPr/>
        <a:lstStyle/>
        <a:p>
          <a:r>
            <a:rPr lang="en-US"/>
            <a:t>Equação da esfera: ||P - C||² = r²</a:t>
          </a:r>
        </a:p>
      </dgm:t>
    </dgm:pt>
    <dgm:pt modelId="{9925A99C-0E3D-4092-A3A6-7CFA193F27D5}" type="parTrans" cxnId="{16197312-8C6C-4D0C-B216-DC6E247D3669}">
      <dgm:prSet/>
      <dgm:spPr/>
      <dgm:t>
        <a:bodyPr/>
        <a:lstStyle/>
        <a:p>
          <a:endParaRPr lang="en-US"/>
        </a:p>
      </dgm:t>
    </dgm:pt>
    <dgm:pt modelId="{AB553C27-B58D-4AE1-A2ED-C7255F101E97}" type="sibTrans" cxnId="{16197312-8C6C-4D0C-B216-DC6E247D3669}">
      <dgm:prSet/>
      <dgm:spPr/>
      <dgm:t>
        <a:bodyPr/>
        <a:lstStyle/>
        <a:p>
          <a:endParaRPr lang="en-US"/>
        </a:p>
      </dgm:t>
    </dgm:pt>
    <dgm:pt modelId="{E5DEC1A8-D1F5-4BC6-B0BF-F29DFE6D8BDB}">
      <dgm:prSet/>
      <dgm:spPr/>
      <dgm:t>
        <a:bodyPr/>
        <a:lstStyle/>
        <a:p>
          <a:r>
            <a:rPr lang="en-US"/>
            <a:t>Substitui P = O + t·D → obtém equação quadrática em t</a:t>
          </a:r>
        </a:p>
      </dgm:t>
    </dgm:pt>
    <dgm:pt modelId="{9B7C62BB-3D4E-4F42-B356-03D4F09EB1EE}" type="parTrans" cxnId="{A3951DEE-DFDA-4DEC-9F4A-1D6B325E375B}">
      <dgm:prSet/>
      <dgm:spPr/>
      <dgm:t>
        <a:bodyPr/>
        <a:lstStyle/>
        <a:p>
          <a:endParaRPr lang="en-US"/>
        </a:p>
      </dgm:t>
    </dgm:pt>
    <dgm:pt modelId="{293A5F5F-DEC5-4DAC-BDA6-74C2AF5658D1}" type="sibTrans" cxnId="{A3951DEE-DFDA-4DEC-9F4A-1D6B325E375B}">
      <dgm:prSet/>
      <dgm:spPr/>
      <dgm:t>
        <a:bodyPr/>
        <a:lstStyle/>
        <a:p>
          <a:endParaRPr lang="en-US"/>
        </a:p>
      </dgm:t>
    </dgm:pt>
    <dgm:pt modelId="{CB9EDEF3-56F1-4028-BAB1-EA0F6FAA9C94}">
      <dgm:prSet/>
      <dgm:spPr/>
      <dgm:t>
        <a:bodyPr/>
        <a:lstStyle/>
        <a:p>
          <a:r>
            <a:rPr lang="en-US"/>
            <a:t>Discriminante define interseção: 0, 1 ou 2 soluções</a:t>
          </a:r>
        </a:p>
      </dgm:t>
    </dgm:pt>
    <dgm:pt modelId="{0F2D5BC6-95DA-4D97-ACAC-6ADF78B67A38}" type="parTrans" cxnId="{C1C26EB9-A83F-4E6B-82E6-96D56A6FA88A}">
      <dgm:prSet/>
      <dgm:spPr/>
      <dgm:t>
        <a:bodyPr/>
        <a:lstStyle/>
        <a:p>
          <a:endParaRPr lang="en-US"/>
        </a:p>
      </dgm:t>
    </dgm:pt>
    <dgm:pt modelId="{BB01EB7D-55F5-4226-8144-68020C0AB62B}" type="sibTrans" cxnId="{C1C26EB9-A83F-4E6B-82E6-96D56A6FA88A}">
      <dgm:prSet/>
      <dgm:spPr/>
      <dgm:t>
        <a:bodyPr/>
        <a:lstStyle/>
        <a:p>
          <a:endParaRPr lang="en-US"/>
        </a:p>
      </dgm:t>
    </dgm:pt>
    <dgm:pt modelId="{4E53538B-7383-45D8-8A03-B910B4776B06}">
      <dgm:prSet/>
      <dgm:spPr/>
      <dgm:t>
        <a:bodyPr/>
        <a:lstStyle/>
        <a:p>
          <a:r>
            <a:rPr lang="en-US"/>
            <a:t>Implementação usa coeficientes a, b, c e Δ = b² - 4ac</a:t>
          </a:r>
        </a:p>
      </dgm:t>
    </dgm:pt>
    <dgm:pt modelId="{3A0DB72D-E7DF-4210-B948-45B86033F597}" type="parTrans" cxnId="{1D9493E0-CE45-48D3-8316-A670F835E4ED}">
      <dgm:prSet/>
      <dgm:spPr/>
      <dgm:t>
        <a:bodyPr/>
        <a:lstStyle/>
        <a:p>
          <a:endParaRPr lang="en-US"/>
        </a:p>
      </dgm:t>
    </dgm:pt>
    <dgm:pt modelId="{718EA2C8-BF20-401C-AAD6-C00D5CD4C199}" type="sibTrans" cxnId="{1D9493E0-CE45-48D3-8316-A670F835E4ED}">
      <dgm:prSet/>
      <dgm:spPr/>
      <dgm:t>
        <a:bodyPr/>
        <a:lstStyle/>
        <a:p>
          <a:endParaRPr lang="en-US"/>
        </a:p>
      </dgm:t>
    </dgm:pt>
    <dgm:pt modelId="{CA725EEF-1C62-4099-AE2C-4C336243E54E}" type="pres">
      <dgm:prSet presAssocID="{3A117F4D-0D79-4155-9F7B-548F7F9272D4}" presName="root" presStyleCnt="0">
        <dgm:presLayoutVars>
          <dgm:dir/>
          <dgm:resizeHandles val="exact"/>
        </dgm:presLayoutVars>
      </dgm:prSet>
      <dgm:spPr/>
    </dgm:pt>
    <dgm:pt modelId="{6D1A238D-5B21-4E1B-8CFA-AF41D6ABED57}" type="pres">
      <dgm:prSet presAssocID="{3A117F4D-0D79-4155-9F7B-548F7F9272D4}" presName="container" presStyleCnt="0">
        <dgm:presLayoutVars>
          <dgm:dir/>
          <dgm:resizeHandles val="exact"/>
        </dgm:presLayoutVars>
      </dgm:prSet>
      <dgm:spPr/>
    </dgm:pt>
    <dgm:pt modelId="{56A6CBF6-5BA4-4AE9-8C0C-4BE69AFBBF92}" type="pres">
      <dgm:prSet presAssocID="{202F7DB1-5F1A-497B-AC3C-DB4141DDE23C}" presName="compNode" presStyleCnt="0"/>
      <dgm:spPr/>
    </dgm:pt>
    <dgm:pt modelId="{11CC4D20-1F77-4AEC-A79F-5C0A59F5A3C2}" type="pres">
      <dgm:prSet presAssocID="{202F7DB1-5F1A-497B-AC3C-DB4141DDE23C}" presName="iconBgRect" presStyleLbl="bgShp" presStyleIdx="0" presStyleCnt="4"/>
      <dgm:spPr/>
    </dgm:pt>
    <dgm:pt modelId="{73474260-0E04-420A-826B-8B9A3128681C}" type="pres">
      <dgm:prSet presAssocID="{202F7DB1-5F1A-497B-AC3C-DB4141DDE2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emática"/>
        </a:ext>
      </dgm:extLst>
    </dgm:pt>
    <dgm:pt modelId="{63E10EBA-6864-4FD6-9C0A-D9A8D1D80B42}" type="pres">
      <dgm:prSet presAssocID="{202F7DB1-5F1A-497B-AC3C-DB4141DDE23C}" presName="spaceRect" presStyleCnt="0"/>
      <dgm:spPr/>
    </dgm:pt>
    <dgm:pt modelId="{6D433111-F334-49CB-9E3B-1B3EDF9F4E9A}" type="pres">
      <dgm:prSet presAssocID="{202F7DB1-5F1A-497B-AC3C-DB4141DDE23C}" presName="textRect" presStyleLbl="revTx" presStyleIdx="0" presStyleCnt="4">
        <dgm:presLayoutVars>
          <dgm:chMax val="1"/>
          <dgm:chPref val="1"/>
        </dgm:presLayoutVars>
      </dgm:prSet>
      <dgm:spPr/>
    </dgm:pt>
    <dgm:pt modelId="{CA5C0F14-B866-41ED-8D70-30FD3D9AE4A8}" type="pres">
      <dgm:prSet presAssocID="{AB553C27-B58D-4AE1-A2ED-C7255F101E97}" presName="sibTrans" presStyleLbl="sibTrans2D1" presStyleIdx="0" presStyleCnt="0"/>
      <dgm:spPr/>
    </dgm:pt>
    <dgm:pt modelId="{EFE0D192-8936-455C-AC3A-116C8972E7C1}" type="pres">
      <dgm:prSet presAssocID="{E5DEC1A8-D1F5-4BC6-B0BF-F29DFE6D8BDB}" presName="compNode" presStyleCnt="0"/>
      <dgm:spPr/>
    </dgm:pt>
    <dgm:pt modelId="{234F6C9B-98B5-4171-9E75-61AB7F68E31F}" type="pres">
      <dgm:prSet presAssocID="{E5DEC1A8-D1F5-4BC6-B0BF-F29DFE6D8BDB}" presName="iconBgRect" presStyleLbl="bgShp" presStyleIdx="1" presStyleCnt="4"/>
      <dgm:spPr/>
    </dgm:pt>
    <dgm:pt modelId="{4666FB7B-6471-4455-B850-38F57ADEAD56}" type="pres">
      <dgm:prSet presAssocID="{E5DEC1A8-D1F5-4BC6-B0BF-F29DFE6D8B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879E3E00-0932-407A-AFE4-9A245948CC9E}" type="pres">
      <dgm:prSet presAssocID="{E5DEC1A8-D1F5-4BC6-B0BF-F29DFE6D8BDB}" presName="spaceRect" presStyleCnt="0"/>
      <dgm:spPr/>
    </dgm:pt>
    <dgm:pt modelId="{78FC5435-4A98-484A-9C83-5BC09964672D}" type="pres">
      <dgm:prSet presAssocID="{E5DEC1A8-D1F5-4BC6-B0BF-F29DFE6D8BDB}" presName="textRect" presStyleLbl="revTx" presStyleIdx="1" presStyleCnt="4">
        <dgm:presLayoutVars>
          <dgm:chMax val="1"/>
          <dgm:chPref val="1"/>
        </dgm:presLayoutVars>
      </dgm:prSet>
      <dgm:spPr/>
    </dgm:pt>
    <dgm:pt modelId="{BD75666E-D305-4146-A90C-4C2EB1676413}" type="pres">
      <dgm:prSet presAssocID="{293A5F5F-DEC5-4DAC-BDA6-74C2AF5658D1}" presName="sibTrans" presStyleLbl="sibTrans2D1" presStyleIdx="0" presStyleCnt="0"/>
      <dgm:spPr/>
    </dgm:pt>
    <dgm:pt modelId="{C55349D7-F988-4961-91AC-0C28E0B275D8}" type="pres">
      <dgm:prSet presAssocID="{CB9EDEF3-56F1-4028-BAB1-EA0F6FAA9C94}" presName="compNode" presStyleCnt="0"/>
      <dgm:spPr/>
    </dgm:pt>
    <dgm:pt modelId="{DCD5D706-EFC8-4DE2-9ED4-F97622BAA1FA}" type="pres">
      <dgm:prSet presAssocID="{CB9EDEF3-56F1-4028-BAB1-EA0F6FAA9C94}" presName="iconBgRect" presStyleLbl="bgShp" presStyleIdx="2" presStyleCnt="4"/>
      <dgm:spPr/>
    </dgm:pt>
    <dgm:pt modelId="{1FBCF4D2-EF2F-4ABC-A530-9FD11EBCF7AE}" type="pres">
      <dgm:prSet presAssocID="{CB9EDEF3-56F1-4028-BAB1-EA0F6FAA9C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08459E76-ACDD-492C-8FFB-722F086E9E67}" type="pres">
      <dgm:prSet presAssocID="{CB9EDEF3-56F1-4028-BAB1-EA0F6FAA9C94}" presName="spaceRect" presStyleCnt="0"/>
      <dgm:spPr/>
    </dgm:pt>
    <dgm:pt modelId="{82766580-4B7E-4B72-B9E7-97CFEDA75303}" type="pres">
      <dgm:prSet presAssocID="{CB9EDEF3-56F1-4028-BAB1-EA0F6FAA9C94}" presName="textRect" presStyleLbl="revTx" presStyleIdx="2" presStyleCnt="4">
        <dgm:presLayoutVars>
          <dgm:chMax val="1"/>
          <dgm:chPref val="1"/>
        </dgm:presLayoutVars>
      </dgm:prSet>
      <dgm:spPr/>
    </dgm:pt>
    <dgm:pt modelId="{63C23766-1110-402F-96D0-4AEC4E888A11}" type="pres">
      <dgm:prSet presAssocID="{BB01EB7D-55F5-4226-8144-68020C0AB62B}" presName="sibTrans" presStyleLbl="sibTrans2D1" presStyleIdx="0" presStyleCnt="0"/>
      <dgm:spPr/>
    </dgm:pt>
    <dgm:pt modelId="{C9171D2E-A935-4984-9F59-5B31A1652237}" type="pres">
      <dgm:prSet presAssocID="{4E53538B-7383-45D8-8A03-B910B4776B06}" presName="compNode" presStyleCnt="0"/>
      <dgm:spPr/>
    </dgm:pt>
    <dgm:pt modelId="{54C7BB5A-8FBD-41BC-B547-255363ABDF2A}" type="pres">
      <dgm:prSet presAssocID="{4E53538B-7383-45D8-8A03-B910B4776B06}" presName="iconBgRect" presStyleLbl="bgShp" presStyleIdx="3" presStyleCnt="4"/>
      <dgm:spPr/>
    </dgm:pt>
    <dgm:pt modelId="{7653D161-F762-44E8-8A49-1A28B74D853A}" type="pres">
      <dgm:prSet presAssocID="{4E53538B-7383-45D8-8A03-B910B4776B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tomo"/>
        </a:ext>
      </dgm:extLst>
    </dgm:pt>
    <dgm:pt modelId="{1E1FC86E-C2A6-4B05-9526-92834A406B3C}" type="pres">
      <dgm:prSet presAssocID="{4E53538B-7383-45D8-8A03-B910B4776B06}" presName="spaceRect" presStyleCnt="0"/>
      <dgm:spPr/>
    </dgm:pt>
    <dgm:pt modelId="{AF7B2A9B-4752-4485-B2AE-31F325F3BEFD}" type="pres">
      <dgm:prSet presAssocID="{4E53538B-7383-45D8-8A03-B910B4776B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6F66902-82B8-436C-AF04-FCEC32239ACE}" type="presOf" srcId="{3A117F4D-0D79-4155-9F7B-548F7F9272D4}" destId="{CA725EEF-1C62-4099-AE2C-4C336243E54E}" srcOrd="0" destOrd="0" presId="urn:microsoft.com/office/officeart/2018/2/layout/IconCircleList"/>
    <dgm:cxn modelId="{16197312-8C6C-4D0C-B216-DC6E247D3669}" srcId="{3A117F4D-0D79-4155-9F7B-548F7F9272D4}" destId="{202F7DB1-5F1A-497B-AC3C-DB4141DDE23C}" srcOrd="0" destOrd="0" parTransId="{9925A99C-0E3D-4092-A3A6-7CFA193F27D5}" sibTransId="{AB553C27-B58D-4AE1-A2ED-C7255F101E97}"/>
    <dgm:cxn modelId="{476FC430-4DC2-46A8-A684-B531ACB031FE}" type="presOf" srcId="{202F7DB1-5F1A-497B-AC3C-DB4141DDE23C}" destId="{6D433111-F334-49CB-9E3B-1B3EDF9F4E9A}" srcOrd="0" destOrd="0" presId="urn:microsoft.com/office/officeart/2018/2/layout/IconCircleList"/>
    <dgm:cxn modelId="{36999140-9E06-4C22-BBF6-E1E9C71EA41E}" type="presOf" srcId="{4E53538B-7383-45D8-8A03-B910B4776B06}" destId="{AF7B2A9B-4752-4485-B2AE-31F325F3BEFD}" srcOrd="0" destOrd="0" presId="urn:microsoft.com/office/officeart/2018/2/layout/IconCircleList"/>
    <dgm:cxn modelId="{FC03257A-5A86-47AB-BE40-7E3BD6076540}" type="presOf" srcId="{293A5F5F-DEC5-4DAC-BDA6-74C2AF5658D1}" destId="{BD75666E-D305-4146-A90C-4C2EB1676413}" srcOrd="0" destOrd="0" presId="urn:microsoft.com/office/officeart/2018/2/layout/IconCircleList"/>
    <dgm:cxn modelId="{993D2783-1162-4DD3-9E94-5C6661D4F926}" type="presOf" srcId="{CB9EDEF3-56F1-4028-BAB1-EA0F6FAA9C94}" destId="{82766580-4B7E-4B72-B9E7-97CFEDA75303}" srcOrd="0" destOrd="0" presId="urn:microsoft.com/office/officeart/2018/2/layout/IconCircleList"/>
    <dgm:cxn modelId="{C1C26EB9-A83F-4E6B-82E6-96D56A6FA88A}" srcId="{3A117F4D-0D79-4155-9F7B-548F7F9272D4}" destId="{CB9EDEF3-56F1-4028-BAB1-EA0F6FAA9C94}" srcOrd="2" destOrd="0" parTransId="{0F2D5BC6-95DA-4D97-ACAC-6ADF78B67A38}" sibTransId="{BB01EB7D-55F5-4226-8144-68020C0AB62B}"/>
    <dgm:cxn modelId="{C7724DCF-AC50-4EBE-AFAE-DA57432DD64D}" type="presOf" srcId="{E5DEC1A8-D1F5-4BC6-B0BF-F29DFE6D8BDB}" destId="{78FC5435-4A98-484A-9C83-5BC09964672D}" srcOrd="0" destOrd="0" presId="urn:microsoft.com/office/officeart/2018/2/layout/IconCircleList"/>
    <dgm:cxn modelId="{4E43B3D1-46FA-457B-BBA3-A4B51F168414}" type="presOf" srcId="{BB01EB7D-55F5-4226-8144-68020C0AB62B}" destId="{63C23766-1110-402F-96D0-4AEC4E888A11}" srcOrd="0" destOrd="0" presId="urn:microsoft.com/office/officeart/2018/2/layout/IconCircleList"/>
    <dgm:cxn modelId="{F9CA64D9-CCFA-414F-803D-FB2575A47B52}" type="presOf" srcId="{AB553C27-B58D-4AE1-A2ED-C7255F101E97}" destId="{CA5C0F14-B866-41ED-8D70-30FD3D9AE4A8}" srcOrd="0" destOrd="0" presId="urn:microsoft.com/office/officeart/2018/2/layout/IconCircleList"/>
    <dgm:cxn modelId="{1D9493E0-CE45-48D3-8316-A670F835E4ED}" srcId="{3A117F4D-0D79-4155-9F7B-548F7F9272D4}" destId="{4E53538B-7383-45D8-8A03-B910B4776B06}" srcOrd="3" destOrd="0" parTransId="{3A0DB72D-E7DF-4210-B948-45B86033F597}" sibTransId="{718EA2C8-BF20-401C-AAD6-C00D5CD4C199}"/>
    <dgm:cxn modelId="{A3951DEE-DFDA-4DEC-9F4A-1D6B325E375B}" srcId="{3A117F4D-0D79-4155-9F7B-548F7F9272D4}" destId="{E5DEC1A8-D1F5-4BC6-B0BF-F29DFE6D8BDB}" srcOrd="1" destOrd="0" parTransId="{9B7C62BB-3D4E-4F42-B356-03D4F09EB1EE}" sibTransId="{293A5F5F-DEC5-4DAC-BDA6-74C2AF5658D1}"/>
    <dgm:cxn modelId="{373BCF5C-E71E-4CBE-BD08-CBA041362653}" type="presParOf" srcId="{CA725EEF-1C62-4099-AE2C-4C336243E54E}" destId="{6D1A238D-5B21-4E1B-8CFA-AF41D6ABED57}" srcOrd="0" destOrd="0" presId="urn:microsoft.com/office/officeart/2018/2/layout/IconCircleList"/>
    <dgm:cxn modelId="{4C699DF3-2DE9-40B8-A5CB-FE62A9F7D7E5}" type="presParOf" srcId="{6D1A238D-5B21-4E1B-8CFA-AF41D6ABED57}" destId="{56A6CBF6-5BA4-4AE9-8C0C-4BE69AFBBF92}" srcOrd="0" destOrd="0" presId="urn:microsoft.com/office/officeart/2018/2/layout/IconCircleList"/>
    <dgm:cxn modelId="{09280C79-3831-4C38-8C51-E4A06B883353}" type="presParOf" srcId="{56A6CBF6-5BA4-4AE9-8C0C-4BE69AFBBF92}" destId="{11CC4D20-1F77-4AEC-A79F-5C0A59F5A3C2}" srcOrd="0" destOrd="0" presId="urn:microsoft.com/office/officeart/2018/2/layout/IconCircleList"/>
    <dgm:cxn modelId="{51BA2970-63DB-457D-87E7-52F5196BB582}" type="presParOf" srcId="{56A6CBF6-5BA4-4AE9-8C0C-4BE69AFBBF92}" destId="{73474260-0E04-420A-826B-8B9A3128681C}" srcOrd="1" destOrd="0" presId="urn:microsoft.com/office/officeart/2018/2/layout/IconCircleList"/>
    <dgm:cxn modelId="{2C22053E-2CD4-4C54-8CFF-D07478D7B7C9}" type="presParOf" srcId="{56A6CBF6-5BA4-4AE9-8C0C-4BE69AFBBF92}" destId="{63E10EBA-6864-4FD6-9C0A-D9A8D1D80B42}" srcOrd="2" destOrd="0" presId="urn:microsoft.com/office/officeart/2018/2/layout/IconCircleList"/>
    <dgm:cxn modelId="{87E55357-49A6-43EF-BA9C-D4C4FD695F23}" type="presParOf" srcId="{56A6CBF6-5BA4-4AE9-8C0C-4BE69AFBBF92}" destId="{6D433111-F334-49CB-9E3B-1B3EDF9F4E9A}" srcOrd="3" destOrd="0" presId="urn:microsoft.com/office/officeart/2018/2/layout/IconCircleList"/>
    <dgm:cxn modelId="{CB727CD8-9BCA-4229-9BEA-FEF0A8F6499A}" type="presParOf" srcId="{6D1A238D-5B21-4E1B-8CFA-AF41D6ABED57}" destId="{CA5C0F14-B866-41ED-8D70-30FD3D9AE4A8}" srcOrd="1" destOrd="0" presId="urn:microsoft.com/office/officeart/2018/2/layout/IconCircleList"/>
    <dgm:cxn modelId="{D1FB72BF-350E-46D8-994B-6676E095D9A6}" type="presParOf" srcId="{6D1A238D-5B21-4E1B-8CFA-AF41D6ABED57}" destId="{EFE0D192-8936-455C-AC3A-116C8972E7C1}" srcOrd="2" destOrd="0" presId="urn:microsoft.com/office/officeart/2018/2/layout/IconCircleList"/>
    <dgm:cxn modelId="{3AA6D795-92AF-4B57-A0A8-B1BFF3C4BDA5}" type="presParOf" srcId="{EFE0D192-8936-455C-AC3A-116C8972E7C1}" destId="{234F6C9B-98B5-4171-9E75-61AB7F68E31F}" srcOrd="0" destOrd="0" presId="urn:microsoft.com/office/officeart/2018/2/layout/IconCircleList"/>
    <dgm:cxn modelId="{38E4756B-05D7-4BF5-9652-CED007B2306C}" type="presParOf" srcId="{EFE0D192-8936-455C-AC3A-116C8972E7C1}" destId="{4666FB7B-6471-4455-B850-38F57ADEAD56}" srcOrd="1" destOrd="0" presId="urn:microsoft.com/office/officeart/2018/2/layout/IconCircleList"/>
    <dgm:cxn modelId="{4C8A1853-AEEB-4FBC-91A5-3558D436DFBB}" type="presParOf" srcId="{EFE0D192-8936-455C-AC3A-116C8972E7C1}" destId="{879E3E00-0932-407A-AFE4-9A245948CC9E}" srcOrd="2" destOrd="0" presId="urn:microsoft.com/office/officeart/2018/2/layout/IconCircleList"/>
    <dgm:cxn modelId="{A4FD389C-204F-4027-87E3-E575F1375659}" type="presParOf" srcId="{EFE0D192-8936-455C-AC3A-116C8972E7C1}" destId="{78FC5435-4A98-484A-9C83-5BC09964672D}" srcOrd="3" destOrd="0" presId="urn:microsoft.com/office/officeart/2018/2/layout/IconCircleList"/>
    <dgm:cxn modelId="{34345137-91DE-43AE-A432-BD70309C28F7}" type="presParOf" srcId="{6D1A238D-5B21-4E1B-8CFA-AF41D6ABED57}" destId="{BD75666E-D305-4146-A90C-4C2EB1676413}" srcOrd="3" destOrd="0" presId="urn:microsoft.com/office/officeart/2018/2/layout/IconCircleList"/>
    <dgm:cxn modelId="{F561073B-60BE-4F43-B0C8-334BF9DE4C59}" type="presParOf" srcId="{6D1A238D-5B21-4E1B-8CFA-AF41D6ABED57}" destId="{C55349D7-F988-4961-91AC-0C28E0B275D8}" srcOrd="4" destOrd="0" presId="urn:microsoft.com/office/officeart/2018/2/layout/IconCircleList"/>
    <dgm:cxn modelId="{4C22E626-9C7E-4195-999A-95D5EA69BDE7}" type="presParOf" srcId="{C55349D7-F988-4961-91AC-0C28E0B275D8}" destId="{DCD5D706-EFC8-4DE2-9ED4-F97622BAA1FA}" srcOrd="0" destOrd="0" presId="urn:microsoft.com/office/officeart/2018/2/layout/IconCircleList"/>
    <dgm:cxn modelId="{491B5D4A-75F1-4A4A-BAF6-4DC58F9324F3}" type="presParOf" srcId="{C55349D7-F988-4961-91AC-0C28E0B275D8}" destId="{1FBCF4D2-EF2F-4ABC-A530-9FD11EBCF7AE}" srcOrd="1" destOrd="0" presId="urn:microsoft.com/office/officeart/2018/2/layout/IconCircleList"/>
    <dgm:cxn modelId="{681835A3-3628-4BA9-9797-D2AC58C66485}" type="presParOf" srcId="{C55349D7-F988-4961-91AC-0C28E0B275D8}" destId="{08459E76-ACDD-492C-8FFB-722F086E9E67}" srcOrd="2" destOrd="0" presId="urn:microsoft.com/office/officeart/2018/2/layout/IconCircleList"/>
    <dgm:cxn modelId="{F8412CB9-3771-4AD6-8C35-B6FE1F1C5987}" type="presParOf" srcId="{C55349D7-F988-4961-91AC-0C28E0B275D8}" destId="{82766580-4B7E-4B72-B9E7-97CFEDA75303}" srcOrd="3" destOrd="0" presId="urn:microsoft.com/office/officeart/2018/2/layout/IconCircleList"/>
    <dgm:cxn modelId="{70F1D990-EFA3-41AF-8497-88D5D41F44F1}" type="presParOf" srcId="{6D1A238D-5B21-4E1B-8CFA-AF41D6ABED57}" destId="{63C23766-1110-402F-96D0-4AEC4E888A11}" srcOrd="5" destOrd="0" presId="urn:microsoft.com/office/officeart/2018/2/layout/IconCircleList"/>
    <dgm:cxn modelId="{5E580DA0-70C5-4991-BFD1-3DAD38831294}" type="presParOf" srcId="{6D1A238D-5B21-4E1B-8CFA-AF41D6ABED57}" destId="{C9171D2E-A935-4984-9F59-5B31A1652237}" srcOrd="6" destOrd="0" presId="urn:microsoft.com/office/officeart/2018/2/layout/IconCircleList"/>
    <dgm:cxn modelId="{D21D56D8-E7FD-4DDB-917D-2DDFA807F223}" type="presParOf" srcId="{C9171D2E-A935-4984-9F59-5B31A1652237}" destId="{54C7BB5A-8FBD-41BC-B547-255363ABDF2A}" srcOrd="0" destOrd="0" presId="urn:microsoft.com/office/officeart/2018/2/layout/IconCircleList"/>
    <dgm:cxn modelId="{34163531-C167-4B12-9491-D4F48A0914DA}" type="presParOf" srcId="{C9171D2E-A935-4984-9F59-5B31A1652237}" destId="{7653D161-F762-44E8-8A49-1A28B74D853A}" srcOrd="1" destOrd="0" presId="urn:microsoft.com/office/officeart/2018/2/layout/IconCircleList"/>
    <dgm:cxn modelId="{4123B5CD-E944-4EB5-88D5-89A95FD52C1C}" type="presParOf" srcId="{C9171D2E-A935-4984-9F59-5B31A1652237}" destId="{1E1FC86E-C2A6-4B05-9526-92834A406B3C}" srcOrd="2" destOrd="0" presId="urn:microsoft.com/office/officeart/2018/2/layout/IconCircleList"/>
    <dgm:cxn modelId="{C969B33A-B208-4094-98FC-9B6D3208EEE4}" type="presParOf" srcId="{C9171D2E-A935-4984-9F59-5B31A1652237}" destId="{AF7B2A9B-4752-4485-B2AE-31F325F3BEF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B8AF688-16E7-46F5-87CC-4127BA03C8C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EAFD27-2C70-4D03-942A-B35E0C7C942A}">
      <dgm:prSet/>
      <dgm:spPr/>
      <dgm:t>
        <a:bodyPr/>
        <a:lstStyle/>
        <a:p>
          <a:r>
            <a:rPr lang="en-US"/>
            <a:t>Componentes: ambiente, difusa, especular</a:t>
          </a:r>
        </a:p>
      </dgm:t>
    </dgm:pt>
    <dgm:pt modelId="{8BDD6007-FC98-446A-9E89-214928149451}" type="parTrans" cxnId="{939F0AFF-1A93-45F7-9D40-D4951DFAD7CD}">
      <dgm:prSet/>
      <dgm:spPr/>
      <dgm:t>
        <a:bodyPr/>
        <a:lstStyle/>
        <a:p>
          <a:endParaRPr lang="en-US"/>
        </a:p>
      </dgm:t>
    </dgm:pt>
    <dgm:pt modelId="{BB7EEF55-21C3-4E67-B927-4702CDDDBC12}" type="sibTrans" cxnId="{939F0AFF-1A93-45F7-9D40-D4951DFAD7CD}">
      <dgm:prSet/>
      <dgm:spPr/>
      <dgm:t>
        <a:bodyPr/>
        <a:lstStyle/>
        <a:p>
          <a:endParaRPr lang="en-US"/>
        </a:p>
      </dgm:t>
    </dgm:pt>
    <dgm:pt modelId="{0DBD01F8-1DC5-472B-824C-222CEF1DD7B7}">
      <dgm:prSet/>
      <dgm:spPr/>
      <dgm:t>
        <a:bodyPr/>
        <a:lstStyle/>
        <a:p>
          <a:r>
            <a:rPr lang="en-US"/>
            <a:t>Luz ambiente: brilho mínimo</a:t>
          </a:r>
        </a:p>
      </dgm:t>
    </dgm:pt>
    <dgm:pt modelId="{3E52EE28-8DB4-4192-99F0-B17B60DEE763}" type="parTrans" cxnId="{6CE0457E-7FE9-4343-8059-0BF87FEDFDB8}">
      <dgm:prSet/>
      <dgm:spPr/>
      <dgm:t>
        <a:bodyPr/>
        <a:lstStyle/>
        <a:p>
          <a:endParaRPr lang="en-US"/>
        </a:p>
      </dgm:t>
    </dgm:pt>
    <dgm:pt modelId="{CE2A7B5D-8677-4D26-A90C-0E47B0D56282}" type="sibTrans" cxnId="{6CE0457E-7FE9-4343-8059-0BF87FEDFDB8}">
      <dgm:prSet/>
      <dgm:spPr/>
      <dgm:t>
        <a:bodyPr/>
        <a:lstStyle/>
        <a:p>
          <a:endParaRPr lang="en-US"/>
        </a:p>
      </dgm:t>
    </dgm:pt>
    <dgm:pt modelId="{DCC21B0E-1A19-4347-BF48-CD853DD27C4B}">
      <dgm:prSet/>
      <dgm:spPr/>
      <dgm:t>
        <a:bodyPr/>
        <a:lstStyle/>
        <a:p>
          <a:r>
            <a:rPr lang="en-US"/>
            <a:t>Luz difusa: cosseno entre normal e direção da luz</a:t>
          </a:r>
        </a:p>
      </dgm:t>
    </dgm:pt>
    <dgm:pt modelId="{88C92A33-82BD-4971-9442-A89D81605FD7}" type="parTrans" cxnId="{9A3910B3-1E86-4062-A0DA-9D17D740B6AF}">
      <dgm:prSet/>
      <dgm:spPr/>
      <dgm:t>
        <a:bodyPr/>
        <a:lstStyle/>
        <a:p>
          <a:endParaRPr lang="en-US"/>
        </a:p>
      </dgm:t>
    </dgm:pt>
    <dgm:pt modelId="{C21319A8-9CE2-4476-A66C-DF5E66315191}" type="sibTrans" cxnId="{9A3910B3-1E86-4062-A0DA-9D17D740B6AF}">
      <dgm:prSet/>
      <dgm:spPr/>
      <dgm:t>
        <a:bodyPr/>
        <a:lstStyle/>
        <a:p>
          <a:endParaRPr lang="en-US"/>
        </a:p>
      </dgm:t>
    </dgm:pt>
    <dgm:pt modelId="{6F14A279-905B-4D5E-B8E4-17692BFF6FDB}">
      <dgm:prSet/>
      <dgm:spPr/>
      <dgm:t>
        <a:bodyPr/>
        <a:lstStyle/>
        <a:p>
          <a:r>
            <a:rPr lang="en-US"/>
            <a:t>Luz especular: brilho concentrado dependendo do expoente n</a:t>
          </a:r>
        </a:p>
      </dgm:t>
    </dgm:pt>
    <dgm:pt modelId="{36D5DA47-B85A-44CD-8BF9-5A1095811893}" type="parTrans" cxnId="{F675A70E-E541-4B87-ADC7-D0DE1F2B485A}">
      <dgm:prSet/>
      <dgm:spPr/>
      <dgm:t>
        <a:bodyPr/>
        <a:lstStyle/>
        <a:p>
          <a:endParaRPr lang="en-US"/>
        </a:p>
      </dgm:t>
    </dgm:pt>
    <dgm:pt modelId="{CD466A7A-4902-4C57-B338-726E63351ACB}" type="sibTrans" cxnId="{F675A70E-E541-4B87-ADC7-D0DE1F2B485A}">
      <dgm:prSet/>
      <dgm:spPr/>
      <dgm:t>
        <a:bodyPr/>
        <a:lstStyle/>
        <a:p>
          <a:endParaRPr lang="en-US"/>
        </a:p>
      </dgm:t>
    </dgm:pt>
    <dgm:pt modelId="{3CD74D53-53F2-4B07-B2E8-2C5A6A23977A}">
      <dgm:prSet/>
      <dgm:spPr/>
      <dgm:t>
        <a:bodyPr/>
        <a:lstStyle/>
        <a:p>
          <a:r>
            <a:rPr lang="en-US"/>
            <a:t>Implementado na função phong</a:t>
          </a:r>
        </a:p>
      </dgm:t>
    </dgm:pt>
    <dgm:pt modelId="{B9AC4FD9-3C54-4713-A87E-67A44BBC451C}" type="parTrans" cxnId="{9FFF00CC-CC27-4BF9-A8B2-D2ED54CA7543}">
      <dgm:prSet/>
      <dgm:spPr/>
      <dgm:t>
        <a:bodyPr/>
        <a:lstStyle/>
        <a:p>
          <a:endParaRPr lang="en-US"/>
        </a:p>
      </dgm:t>
    </dgm:pt>
    <dgm:pt modelId="{C24886FD-F29B-4BEE-9580-DAA28D7165CE}" type="sibTrans" cxnId="{9FFF00CC-CC27-4BF9-A8B2-D2ED54CA7543}">
      <dgm:prSet/>
      <dgm:spPr/>
      <dgm:t>
        <a:bodyPr/>
        <a:lstStyle/>
        <a:p>
          <a:endParaRPr lang="en-US"/>
        </a:p>
      </dgm:t>
    </dgm:pt>
    <dgm:pt modelId="{CED7C669-B077-40E9-A28C-570BABFB8DB3}" type="pres">
      <dgm:prSet presAssocID="{BB8AF688-16E7-46F5-87CC-4127BA03C8C1}" presName="diagram" presStyleCnt="0">
        <dgm:presLayoutVars>
          <dgm:dir/>
          <dgm:resizeHandles val="exact"/>
        </dgm:presLayoutVars>
      </dgm:prSet>
      <dgm:spPr/>
    </dgm:pt>
    <dgm:pt modelId="{F16910C9-6327-4EB7-B0C4-3925D5AF057C}" type="pres">
      <dgm:prSet presAssocID="{28EAFD27-2C70-4D03-942A-B35E0C7C942A}" presName="node" presStyleLbl="node1" presStyleIdx="0" presStyleCnt="5">
        <dgm:presLayoutVars>
          <dgm:bulletEnabled val="1"/>
        </dgm:presLayoutVars>
      </dgm:prSet>
      <dgm:spPr/>
    </dgm:pt>
    <dgm:pt modelId="{3C4A04D1-4F5E-4322-91D2-D5F9E8360A83}" type="pres">
      <dgm:prSet presAssocID="{BB7EEF55-21C3-4E67-B927-4702CDDDBC12}" presName="sibTrans" presStyleCnt="0"/>
      <dgm:spPr/>
    </dgm:pt>
    <dgm:pt modelId="{55B4E2B1-7F57-4151-8619-DA40403F1EA6}" type="pres">
      <dgm:prSet presAssocID="{0DBD01F8-1DC5-472B-824C-222CEF1DD7B7}" presName="node" presStyleLbl="node1" presStyleIdx="1" presStyleCnt="5">
        <dgm:presLayoutVars>
          <dgm:bulletEnabled val="1"/>
        </dgm:presLayoutVars>
      </dgm:prSet>
      <dgm:spPr/>
    </dgm:pt>
    <dgm:pt modelId="{43E2CF8B-35C3-4ACB-A557-9DE48BB2AD5B}" type="pres">
      <dgm:prSet presAssocID="{CE2A7B5D-8677-4D26-A90C-0E47B0D56282}" presName="sibTrans" presStyleCnt="0"/>
      <dgm:spPr/>
    </dgm:pt>
    <dgm:pt modelId="{4BF9D6BC-C9EE-423D-BE99-8A98A3A06341}" type="pres">
      <dgm:prSet presAssocID="{DCC21B0E-1A19-4347-BF48-CD853DD27C4B}" presName="node" presStyleLbl="node1" presStyleIdx="2" presStyleCnt="5">
        <dgm:presLayoutVars>
          <dgm:bulletEnabled val="1"/>
        </dgm:presLayoutVars>
      </dgm:prSet>
      <dgm:spPr/>
    </dgm:pt>
    <dgm:pt modelId="{4A0475B8-C569-4D0A-9918-C0915D7397FF}" type="pres">
      <dgm:prSet presAssocID="{C21319A8-9CE2-4476-A66C-DF5E66315191}" presName="sibTrans" presStyleCnt="0"/>
      <dgm:spPr/>
    </dgm:pt>
    <dgm:pt modelId="{C96E0CD5-467B-4701-B169-7AF3499978CB}" type="pres">
      <dgm:prSet presAssocID="{6F14A279-905B-4D5E-B8E4-17692BFF6FDB}" presName="node" presStyleLbl="node1" presStyleIdx="3" presStyleCnt="5">
        <dgm:presLayoutVars>
          <dgm:bulletEnabled val="1"/>
        </dgm:presLayoutVars>
      </dgm:prSet>
      <dgm:spPr/>
    </dgm:pt>
    <dgm:pt modelId="{8B0F709A-32F1-4F19-AAA4-7BB4E2682D42}" type="pres">
      <dgm:prSet presAssocID="{CD466A7A-4902-4C57-B338-726E63351ACB}" presName="sibTrans" presStyleCnt="0"/>
      <dgm:spPr/>
    </dgm:pt>
    <dgm:pt modelId="{91D64086-A676-4CA6-9A0C-5A82F002ECAE}" type="pres">
      <dgm:prSet presAssocID="{3CD74D53-53F2-4B07-B2E8-2C5A6A23977A}" presName="node" presStyleLbl="node1" presStyleIdx="4" presStyleCnt="5">
        <dgm:presLayoutVars>
          <dgm:bulletEnabled val="1"/>
        </dgm:presLayoutVars>
      </dgm:prSet>
      <dgm:spPr/>
    </dgm:pt>
  </dgm:ptLst>
  <dgm:cxnLst>
    <dgm:cxn modelId="{F675A70E-E541-4B87-ADC7-D0DE1F2B485A}" srcId="{BB8AF688-16E7-46F5-87CC-4127BA03C8C1}" destId="{6F14A279-905B-4D5E-B8E4-17692BFF6FDB}" srcOrd="3" destOrd="0" parTransId="{36D5DA47-B85A-44CD-8BF9-5A1095811893}" sibTransId="{CD466A7A-4902-4C57-B338-726E63351ACB}"/>
    <dgm:cxn modelId="{6AADD33A-2192-4CD4-A044-DC84956086F4}" type="presOf" srcId="{BB8AF688-16E7-46F5-87CC-4127BA03C8C1}" destId="{CED7C669-B077-40E9-A28C-570BABFB8DB3}" srcOrd="0" destOrd="0" presId="urn:microsoft.com/office/officeart/2005/8/layout/default"/>
    <dgm:cxn modelId="{6CE0457E-7FE9-4343-8059-0BF87FEDFDB8}" srcId="{BB8AF688-16E7-46F5-87CC-4127BA03C8C1}" destId="{0DBD01F8-1DC5-472B-824C-222CEF1DD7B7}" srcOrd="1" destOrd="0" parTransId="{3E52EE28-8DB4-4192-99F0-B17B60DEE763}" sibTransId="{CE2A7B5D-8677-4D26-A90C-0E47B0D56282}"/>
    <dgm:cxn modelId="{C7E46C7E-FD8C-4D97-8E30-7C3583B12715}" type="presOf" srcId="{28EAFD27-2C70-4D03-942A-B35E0C7C942A}" destId="{F16910C9-6327-4EB7-B0C4-3925D5AF057C}" srcOrd="0" destOrd="0" presId="urn:microsoft.com/office/officeart/2005/8/layout/default"/>
    <dgm:cxn modelId="{9A3910B3-1E86-4062-A0DA-9D17D740B6AF}" srcId="{BB8AF688-16E7-46F5-87CC-4127BA03C8C1}" destId="{DCC21B0E-1A19-4347-BF48-CD853DD27C4B}" srcOrd="2" destOrd="0" parTransId="{88C92A33-82BD-4971-9442-A89D81605FD7}" sibTransId="{C21319A8-9CE2-4476-A66C-DF5E66315191}"/>
    <dgm:cxn modelId="{D76E01B9-E535-4477-9C0A-E3392AAD2373}" type="presOf" srcId="{0DBD01F8-1DC5-472B-824C-222CEF1DD7B7}" destId="{55B4E2B1-7F57-4151-8619-DA40403F1EA6}" srcOrd="0" destOrd="0" presId="urn:microsoft.com/office/officeart/2005/8/layout/default"/>
    <dgm:cxn modelId="{9FFF00CC-CC27-4BF9-A8B2-D2ED54CA7543}" srcId="{BB8AF688-16E7-46F5-87CC-4127BA03C8C1}" destId="{3CD74D53-53F2-4B07-B2E8-2C5A6A23977A}" srcOrd="4" destOrd="0" parTransId="{B9AC4FD9-3C54-4713-A87E-67A44BBC451C}" sibTransId="{C24886FD-F29B-4BEE-9580-DAA28D7165CE}"/>
    <dgm:cxn modelId="{64C85FE1-702B-4249-A86B-7B335DCFD11E}" type="presOf" srcId="{6F14A279-905B-4D5E-B8E4-17692BFF6FDB}" destId="{C96E0CD5-467B-4701-B169-7AF3499978CB}" srcOrd="0" destOrd="0" presId="urn:microsoft.com/office/officeart/2005/8/layout/default"/>
    <dgm:cxn modelId="{85BC13F6-76E7-488F-87BE-CDB31B8CD500}" type="presOf" srcId="{3CD74D53-53F2-4B07-B2E8-2C5A6A23977A}" destId="{91D64086-A676-4CA6-9A0C-5A82F002ECAE}" srcOrd="0" destOrd="0" presId="urn:microsoft.com/office/officeart/2005/8/layout/default"/>
    <dgm:cxn modelId="{FB038CFA-8572-4715-B102-1C70D78AFF51}" type="presOf" srcId="{DCC21B0E-1A19-4347-BF48-CD853DD27C4B}" destId="{4BF9D6BC-C9EE-423D-BE99-8A98A3A06341}" srcOrd="0" destOrd="0" presId="urn:microsoft.com/office/officeart/2005/8/layout/default"/>
    <dgm:cxn modelId="{939F0AFF-1A93-45F7-9D40-D4951DFAD7CD}" srcId="{BB8AF688-16E7-46F5-87CC-4127BA03C8C1}" destId="{28EAFD27-2C70-4D03-942A-B35E0C7C942A}" srcOrd="0" destOrd="0" parTransId="{8BDD6007-FC98-446A-9E89-214928149451}" sibTransId="{BB7EEF55-21C3-4E67-B927-4702CDDDBC12}"/>
    <dgm:cxn modelId="{DEFBD0D9-5205-40F8-8673-65A03A8FE73A}" type="presParOf" srcId="{CED7C669-B077-40E9-A28C-570BABFB8DB3}" destId="{F16910C9-6327-4EB7-B0C4-3925D5AF057C}" srcOrd="0" destOrd="0" presId="urn:microsoft.com/office/officeart/2005/8/layout/default"/>
    <dgm:cxn modelId="{A5BCF8DC-9662-4E05-AEF5-108CA36525C4}" type="presParOf" srcId="{CED7C669-B077-40E9-A28C-570BABFB8DB3}" destId="{3C4A04D1-4F5E-4322-91D2-D5F9E8360A83}" srcOrd="1" destOrd="0" presId="urn:microsoft.com/office/officeart/2005/8/layout/default"/>
    <dgm:cxn modelId="{07BB9A7F-DF3E-4134-9D9A-73E6FBF71705}" type="presParOf" srcId="{CED7C669-B077-40E9-A28C-570BABFB8DB3}" destId="{55B4E2B1-7F57-4151-8619-DA40403F1EA6}" srcOrd="2" destOrd="0" presId="urn:microsoft.com/office/officeart/2005/8/layout/default"/>
    <dgm:cxn modelId="{D0625245-F233-45EE-A2C0-70BE259B36CD}" type="presParOf" srcId="{CED7C669-B077-40E9-A28C-570BABFB8DB3}" destId="{43E2CF8B-35C3-4ACB-A557-9DE48BB2AD5B}" srcOrd="3" destOrd="0" presId="urn:microsoft.com/office/officeart/2005/8/layout/default"/>
    <dgm:cxn modelId="{C16A15EE-196A-4BF4-A7CD-D11B12735DCA}" type="presParOf" srcId="{CED7C669-B077-40E9-A28C-570BABFB8DB3}" destId="{4BF9D6BC-C9EE-423D-BE99-8A98A3A06341}" srcOrd="4" destOrd="0" presId="urn:microsoft.com/office/officeart/2005/8/layout/default"/>
    <dgm:cxn modelId="{1BB5DB61-F4B0-46E2-B7FF-1B1CB5A25CCE}" type="presParOf" srcId="{CED7C669-B077-40E9-A28C-570BABFB8DB3}" destId="{4A0475B8-C569-4D0A-9918-C0915D7397FF}" srcOrd="5" destOrd="0" presId="urn:microsoft.com/office/officeart/2005/8/layout/default"/>
    <dgm:cxn modelId="{19339F34-7581-4242-A06B-8FBC6262E72B}" type="presParOf" srcId="{CED7C669-B077-40E9-A28C-570BABFB8DB3}" destId="{C96E0CD5-467B-4701-B169-7AF3499978CB}" srcOrd="6" destOrd="0" presId="urn:microsoft.com/office/officeart/2005/8/layout/default"/>
    <dgm:cxn modelId="{CB04900B-9FE4-41F1-83FD-1110011CCE79}" type="presParOf" srcId="{CED7C669-B077-40E9-A28C-570BABFB8DB3}" destId="{8B0F709A-32F1-4F19-AAA4-7BB4E2682D42}" srcOrd="7" destOrd="0" presId="urn:microsoft.com/office/officeart/2005/8/layout/default"/>
    <dgm:cxn modelId="{356819C6-1D71-4016-9C8C-AE21CDDD6115}" type="presParOf" srcId="{CED7C669-B077-40E9-A28C-570BABFB8DB3}" destId="{91D64086-A676-4CA6-9A0C-5A82F002ECA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6011E98-4789-470C-8006-00732F0643F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C915A8-5771-41C0-8297-A54D8BEF1630}">
      <dgm:prSet/>
      <dgm:spPr/>
      <dgm:t>
        <a:bodyPr/>
        <a:lstStyle/>
        <a:p>
          <a:r>
            <a:rPr lang="en-US"/>
            <a:t>Shadow ray: raio lançado do ponto até a luz</a:t>
          </a:r>
        </a:p>
      </dgm:t>
    </dgm:pt>
    <dgm:pt modelId="{000C64B1-3CA3-4F21-9947-0DF9D720791D}" type="parTrans" cxnId="{95DEA45D-0672-4318-9657-5DAB0CE95BF1}">
      <dgm:prSet/>
      <dgm:spPr/>
      <dgm:t>
        <a:bodyPr/>
        <a:lstStyle/>
        <a:p>
          <a:endParaRPr lang="en-US"/>
        </a:p>
      </dgm:t>
    </dgm:pt>
    <dgm:pt modelId="{FFEA374A-20B1-4EFC-B44C-8A8E0174B7B2}" type="sibTrans" cxnId="{95DEA45D-0672-4318-9657-5DAB0CE95BF1}">
      <dgm:prSet/>
      <dgm:spPr/>
      <dgm:t>
        <a:bodyPr/>
        <a:lstStyle/>
        <a:p>
          <a:endParaRPr lang="en-US"/>
        </a:p>
      </dgm:t>
    </dgm:pt>
    <dgm:pt modelId="{DAD4EA33-A65C-4364-B570-144F03A86DA3}">
      <dgm:prSet/>
      <dgm:spPr/>
      <dgm:t>
        <a:bodyPr/>
        <a:lstStyle/>
        <a:p>
          <a:r>
            <a:rPr lang="en-US"/>
            <a:t>Se encontrar objeto → ponto está na sombra</a:t>
          </a:r>
        </a:p>
      </dgm:t>
    </dgm:pt>
    <dgm:pt modelId="{CDC54B67-6019-4C0B-9475-3C79D1FBE864}" type="parTrans" cxnId="{2E1FBD88-BBF1-4B1D-9A5B-DCF34A3DB1BA}">
      <dgm:prSet/>
      <dgm:spPr/>
      <dgm:t>
        <a:bodyPr/>
        <a:lstStyle/>
        <a:p>
          <a:endParaRPr lang="en-US"/>
        </a:p>
      </dgm:t>
    </dgm:pt>
    <dgm:pt modelId="{11995B04-90FD-44A2-9E93-7DFB5E1D8EAA}" type="sibTrans" cxnId="{2E1FBD88-BBF1-4B1D-9A5B-DCF34A3DB1BA}">
      <dgm:prSet/>
      <dgm:spPr/>
      <dgm:t>
        <a:bodyPr/>
        <a:lstStyle/>
        <a:p>
          <a:endParaRPr lang="en-US"/>
        </a:p>
      </dgm:t>
    </dgm:pt>
    <dgm:pt modelId="{CD4AA771-37B0-49BA-8E7C-DD98B5304C5D}">
      <dgm:prSet/>
      <dgm:spPr/>
      <dgm:t>
        <a:bodyPr/>
        <a:lstStyle/>
        <a:p>
          <a:r>
            <a:rPr lang="en-US"/>
            <a:t>Evita auto-interseção deslocando ponto: hit + normal * 0.001</a:t>
          </a:r>
        </a:p>
      </dgm:t>
    </dgm:pt>
    <dgm:pt modelId="{E2434BCC-7843-4140-94B6-3C8B1A51F371}" type="parTrans" cxnId="{A5F08C04-EE10-4728-B2FD-0C7AE17D6DB6}">
      <dgm:prSet/>
      <dgm:spPr/>
      <dgm:t>
        <a:bodyPr/>
        <a:lstStyle/>
        <a:p>
          <a:endParaRPr lang="en-US"/>
        </a:p>
      </dgm:t>
    </dgm:pt>
    <dgm:pt modelId="{8A110400-0DCA-4EC5-AE39-E31DB53A55E0}" type="sibTrans" cxnId="{A5F08C04-EE10-4728-B2FD-0C7AE17D6DB6}">
      <dgm:prSet/>
      <dgm:spPr/>
      <dgm:t>
        <a:bodyPr/>
        <a:lstStyle/>
        <a:p>
          <a:endParaRPr lang="en-US"/>
        </a:p>
      </dgm:t>
    </dgm:pt>
    <dgm:pt modelId="{824EAE80-E6F1-4B23-95BC-2B0218EAC26E}">
      <dgm:prSet/>
      <dgm:spPr/>
      <dgm:t>
        <a:bodyPr/>
        <a:lstStyle/>
        <a:p>
          <a:r>
            <a:rPr lang="en-US"/>
            <a:t>Implementação retorna cor escura quando bloqueado</a:t>
          </a:r>
        </a:p>
      </dgm:t>
    </dgm:pt>
    <dgm:pt modelId="{C3C7C404-3EE2-4B99-AF6E-DE80D8875E88}" type="parTrans" cxnId="{2E86D9FE-DE6B-4B5B-A037-764D522FBFBE}">
      <dgm:prSet/>
      <dgm:spPr/>
      <dgm:t>
        <a:bodyPr/>
        <a:lstStyle/>
        <a:p>
          <a:endParaRPr lang="en-US"/>
        </a:p>
      </dgm:t>
    </dgm:pt>
    <dgm:pt modelId="{8CD5E4AD-CFD6-4352-8F16-2816C808D9A4}" type="sibTrans" cxnId="{2E86D9FE-DE6B-4B5B-A037-764D522FBFBE}">
      <dgm:prSet/>
      <dgm:spPr/>
      <dgm:t>
        <a:bodyPr/>
        <a:lstStyle/>
        <a:p>
          <a:endParaRPr lang="en-US"/>
        </a:p>
      </dgm:t>
    </dgm:pt>
    <dgm:pt modelId="{189E0B12-7754-4E0D-8628-6612BFDAD48F}" type="pres">
      <dgm:prSet presAssocID="{16011E98-4789-470C-8006-00732F0643FF}" presName="linear" presStyleCnt="0">
        <dgm:presLayoutVars>
          <dgm:animLvl val="lvl"/>
          <dgm:resizeHandles val="exact"/>
        </dgm:presLayoutVars>
      </dgm:prSet>
      <dgm:spPr/>
    </dgm:pt>
    <dgm:pt modelId="{3F690404-1F59-488A-B6B7-1084409A3879}" type="pres">
      <dgm:prSet presAssocID="{65C915A8-5771-41C0-8297-A54D8BEF16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4AB7C5-A17C-4A06-961E-CB3BF3C184BF}" type="pres">
      <dgm:prSet presAssocID="{FFEA374A-20B1-4EFC-B44C-8A8E0174B7B2}" presName="spacer" presStyleCnt="0"/>
      <dgm:spPr/>
    </dgm:pt>
    <dgm:pt modelId="{D927290C-DD1D-4B9D-BFC1-B9A589CF2C46}" type="pres">
      <dgm:prSet presAssocID="{DAD4EA33-A65C-4364-B570-144F03A86D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3D475E-90E6-4D15-A015-78330A03CEA9}" type="pres">
      <dgm:prSet presAssocID="{11995B04-90FD-44A2-9E93-7DFB5E1D8EAA}" presName="spacer" presStyleCnt="0"/>
      <dgm:spPr/>
    </dgm:pt>
    <dgm:pt modelId="{BDE7B004-5B35-41A9-ABEA-FF8D541FA10B}" type="pres">
      <dgm:prSet presAssocID="{CD4AA771-37B0-49BA-8E7C-DD98B5304C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5D4BAF-E412-40E4-A4E4-1F4DE036A595}" type="pres">
      <dgm:prSet presAssocID="{8A110400-0DCA-4EC5-AE39-E31DB53A55E0}" presName="spacer" presStyleCnt="0"/>
      <dgm:spPr/>
    </dgm:pt>
    <dgm:pt modelId="{B7A2AD17-B42A-4B0B-8E0B-D033C9E6F460}" type="pres">
      <dgm:prSet presAssocID="{824EAE80-E6F1-4B23-95BC-2B0218EAC2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F08C04-EE10-4728-B2FD-0C7AE17D6DB6}" srcId="{16011E98-4789-470C-8006-00732F0643FF}" destId="{CD4AA771-37B0-49BA-8E7C-DD98B5304C5D}" srcOrd="2" destOrd="0" parTransId="{E2434BCC-7843-4140-94B6-3C8B1A51F371}" sibTransId="{8A110400-0DCA-4EC5-AE39-E31DB53A55E0}"/>
    <dgm:cxn modelId="{6E4C6537-5FF0-4248-8A22-9992CC28AF5F}" type="presOf" srcId="{65C915A8-5771-41C0-8297-A54D8BEF1630}" destId="{3F690404-1F59-488A-B6B7-1084409A3879}" srcOrd="0" destOrd="0" presId="urn:microsoft.com/office/officeart/2005/8/layout/vList2"/>
    <dgm:cxn modelId="{95DEA45D-0672-4318-9657-5DAB0CE95BF1}" srcId="{16011E98-4789-470C-8006-00732F0643FF}" destId="{65C915A8-5771-41C0-8297-A54D8BEF1630}" srcOrd="0" destOrd="0" parTransId="{000C64B1-3CA3-4F21-9947-0DF9D720791D}" sibTransId="{FFEA374A-20B1-4EFC-B44C-8A8E0174B7B2}"/>
    <dgm:cxn modelId="{2E1FBD88-BBF1-4B1D-9A5B-DCF34A3DB1BA}" srcId="{16011E98-4789-470C-8006-00732F0643FF}" destId="{DAD4EA33-A65C-4364-B570-144F03A86DA3}" srcOrd="1" destOrd="0" parTransId="{CDC54B67-6019-4C0B-9475-3C79D1FBE864}" sibTransId="{11995B04-90FD-44A2-9E93-7DFB5E1D8EAA}"/>
    <dgm:cxn modelId="{FBE06B90-0783-4C5E-9608-192587A10E69}" type="presOf" srcId="{824EAE80-E6F1-4B23-95BC-2B0218EAC26E}" destId="{B7A2AD17-B42A-4B0B-8E0B-D033C9E6F460}" srcOrd="0" destOrd="0" presId="urn:microsoft.com/office/officeart/2005/8/layout/vList2"/>
    <dgm:cxn modelId="{8D980792-C565-40ED-A5E5-D6AABD8F6402}" type="presOf" srcId="{CD4AA771-37B0-49BA-8E7C-DD98B5304C5D}" destId="{BDE7B004-5B35-41A9-ABEA-FF8D541FA10B}" srcOrd="0" destOrd="0" presId="urn:microsoft.com/office/officeart/2005/8/layout/vList2"/>
    <dgm:cxn modelId="{812B1E96-1DAF-4B02-8A4D-65F6E6CBA39F}" type="presOf" srcId="{16011E98-4789-470C-8006-00732F0643FF}" destId="{189E0B12-7754-4E0D-8628-6612BFDAD48F}" srcOrd="0" destOrd="0" presId="urn:microsoft.com/office/officeart/2005/8/layout/vList2"/>
    <dgm:cxn modelId="{37D242B1-5D98-4D1A-96AF-FCC59F393D9D}" type="presOf" srcId="{DAD4EA33-A65C-4364-B570-144F03A86DA3}" destId="{D927290C-DD1D-4B9D-BFC1-B9A589CF2C46}" srcOrd="0" destOrd="0" presId="urn:microsoft.com/office/officeart/2005/8/layout/vList2"/>
    <dgm:cxn modelId="{2E86D9FE-DE6B-4B5B-A037-764D522FBFBE}" srcId="{16011E98-4789-470C-8006-00732F0643FF}" destId="{824EAE80-E6F1-4B23-95BC-2B0218EAC26E}" srcOrd="3" destOrd="0" parTransId="{C3C7C404-3EE2-4B99-AF6E-DE80D8875E88}" sibTransId="{8CD5E4AD-CFD6-4352-8F16-2816C808D9A4}"/>
    <dgm:cxn modelId="{8D03F96B-024D-4330-890E-7362F62F900C}" type="presParOf" srcId="{189E0B12-7754-4E0D-8628-6612BFDAD48F}" destId="{3F690404-1F59-488A-B6B7-1084409A3879}" srcOrd="0" destOrd="0" presId="urn:microsoft.com/office/officeart/2005/8/layout/vList2"/>
    <dgm:cxn modelId="{69EDD785-1487-4DB9-842E-3AA84587FCD4}" type="presParOf" srcId="{189E0B12-7754-4E0D-8628-6612BFDAD48F}" destId="{244AB7C5-A17C-4A06-961E-CB3BF3C184BF}" srcOrd="1" destOrd="0" presId="urn:microsoft.com/office/officeart/2005/8/layout/vList2"/>
    <dgm:cxn modelId="{BB1796E3-77F7-4D62-8322-12398E704552}" type="presParOf" srcId="{189E0B12-7754-4E0D-8628-6612BFDAD48F}" destId="{D927290C-DD1D-4B9D-BFC1-B9A589CF2C46}" srcOrd="2" destOrd="0" presId="urn:microsoft.com/office/officeart/2005/8/layout/vList2"/>
    <dgm:cxn modelId="{C93D85DD-5DA6-4877-8B66-2A77DC3A85D5}" type="presParOf" srcId="{189E0B12-7754-4E0D-8628-6612BFDAD48F}" destId="{413D475E-90E6-4D15-A015-78330A03CEA9}" srcOrd="3" destOrd="0" presId="urn:microsoft.com/office/officeart/2005/8/layout/vList2"/>
    <dgm:cxn modelId="{3DB8FA8D-75ED-4264-A34D-62124342C930}" type="presParOf" srcId="{189E0B12-7754-4E0D-8628-6612BFDAD48F}" destId="{BDE7B004-5B35-41A9-ABEA-FF8D541FA10B}" srcOrd="4" destOrd="0" presId="urn:microsoft.com/office/officeart/2005/8/layout/vList2"/>
    <dgm:cxn modelId="{ADDA9194-8569-46CB-8390-C0760D952A34}" type="presParOf" srcId="{189E0B12-7754-4E0D-8628-6612BFDAD48F}" destId="{A85D4BAF-E412-40E4-A4E4-1F4DE036A595}" srcOrd="5" destOrd="0" presId="urn:microsoft.com/office/officeart/2005/8/layout/vList2"/>
    <dgm:cxn modelId="{192725FA-6BAD-4368-B127-D4A57D164BC2}" type="presParOf" srcId="{189E0B12-7754-4E0D-8628-6612BFDAD48F}" destId="{B7A2AD17-B42A-4B0B-8E0B-D033C9E6F4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C1D9DD-2299-47A0-A8AD-6944A22884A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BCEF78-D8BA-4F84-A16A-58D5E529C9E9}">
      <dgm:prSet/>
      <dgm:spPr/>
      <dgm:t>
        <a:bodyPr/>
        <a:lstStyle/>
        <a:p>
          <a:r>
            <a:rPr lang="en-US"/>
            <a:t>Direção refletida: R = D - 2(D·N)N</a:t>
          </a:r>
        </a:p>
      </dgm:t>
    </dgm:pt>
    <dgm:pt modelId="{E332058C-1E95-47E3-A8E0-508BEA4E7324}" type="parTrans" cxnId="{888038CB-FEE2-4EAB-AF4C-B1C3FDF23E30}">
      <dgm:prSet/>
      <dgm:spPr/>
      <dgm:t>
        <a:bodyPr/>
        <a:lstStyle/>
        <a:p>
          <a:endParaRPr lang="en-US"/>
        </a:p>
      </dgm:t>
    </dgm:pt>
    <dgm:pt modelId="{199AB105-70B3-4E6B-8446-DF34FF7808C0}" type="sibTrans" cxnId="{888038CB-FEE2-4EAB-AF4C-B1C3FDF23E30}">
      <dgm:prSet/>
      <dgm:spPr/>
      <dgm:t>
        <a:bodyPr/>
        <a:lstStyle/>
        <a:p>
          <a:endParaRPr lang="en-US"/>
        </a:p>
      </dgm:t>
    </dgm:pt>
    <dgm:pt modelId="{38E4BCB8-BE5F-49B1-B675-9267268C7BB4}">
      <dgm:prSet/>
      <dgm:spPr/>
      <dgm:t>
        <a:bodyPr/>
        <a:lstStyle/>
        <a:p>
          <a:r>
            <a:rPr lang="en-US"/>
            <a:t>Ray Tracing se torna recursivo</a:t>
          </a:r>
        </a:p>
      </dgm:t>
    </dgm:pt>
    <dgm:pt modelId="{4655C04F-1353-42C0-B2F9-7141B6A68A39}" type="parTrans" cxnId="{A038093E-0135-4A51-B4FB-22A3CA6D8EE3}">
      <dgm:prSet/>
      <dgm:spPr/>
      <dgm:t>
        <a:bodyPr/>
        <a:lstStyle/>
        <a:p>
          <a:endParaRPr lang="en-US"/>
        </a:p>
      </dgm:t>
    </dgm:pt>
    <dgm:pt modelId="{F2E75A8F-955F-40EA-9440-49861AF1034B}" type="sibTrans" cxnId="{A038093E-0135-4A51-B4FB-22A3CA6D8EE3}">
      <dgm:prSet/>
      <dgm:spPr/>
      <dgm:t>
        <a:bodyPr/>
        <a:lstStyle/>
        <a:p>
          <a:endParaRPr lang="en-US"/>
        </a:p>
      </dgm:t>
    </dgm:pt>
    <dgm:pt modelId="{6CD0B8DD-9D88-450F-8F33-8C7E49266606}">
      <dgm:prSet/>
      <dgm:spPr/>
      <dgm:t>
        <a:bodyPr/>
        <a:lstStyle/>
        <a:p>
          <a:r>
            <a:rPr lang="en-US"/>
            <a:t>Limite de profundidade impede laços infinitos</a:t>
          </a:r>
        </a:p>
      </dgm:t>
    </dgm:pt>
    <dgm:pt modelId="{8909ABC7-02CA-4205-A0C9-A18D5D717E74}" type="parTrans" cxnId="{85C8AE8E-EFE3-4D77-9EA0-F0FA0B3E4072}">
      <dgm:prSet/>
      <dgm:spPr/>
      <dgm:t>
        <a:bodyPr/>
        <a:lstStyle/>
        <a:p>
          <a:endParaRPr lang="en-US"/>
        </a:p>
      </dgm:t>
    </dgm:pt>
    <dgm:pt modelId="{04F6FB88-6218-46BD-AD03-AE644402BC5D}" type="sibTrans" cxnId="{85C8AE8E-EFE3-4D77-9EA0-F0FA0B3E4072}">
      <dgm:prSet/>
      <dgm:spPr/>
      <dgm:t>
        <a:bodyPr/>
        <a:lstStyle/>
        <a:p>
          <a:endParaRPr lang="en-US"/>
        </a:p>
      </dgm:t>
    </dgm:pt>
    <dgm:pt modelId="{AC7A5E8C-54BF-471C-80F2-FD4A0FA38AF8}">
      <dgm:prSet/>
      <dgm:spPr/>
      <dgm:t>
        <a:bodyPr/>
        <a:lstStyle/>
        <a:p>
          <a:r>
            <a:rPr lang="en-US"/>
            <a:t>Cor final = cor local + cor refletida × coeficiente reflective</a:t>
          </a:r>
        </a:p>
      </dgm:t>
    </dgm:pt>
    <dgm:pt modelId="{5A546A0C-B917-4D13-914C-4242F99CFEF8}" type="parTrans" cxnId="{84919E2E-5AC1-48CC-9998-262596453FEA}">
      <dgm:prSet/>
      <dgm:spPr/>
      <dgm:t>
        <a:bodyPr/>
        <a:lstStyle/>
        <a:p>
          <a:endParaRPr lang="en-US"/>
        </a:p>
      </dgm:t>
    </dgm:pt>
    <dgm:pt modelId="{CC9577CB-34E9-429E-AD23-8395F0AC0B82}" type="sibTrans" cxnId="{84919E2E-5AC1-48CC-9998-262596453FEA}">
      <dgm:prSet/>
      <dgm:spPr/>
      <dgm:t>
        <a:bodyPr/>
        <a:lstStyle/>
        <a:p>
          <a:endParaRPr lang="en-US"/>
        </a:p>
      </dgm:t>
    </dgm:pt>
    <dgm:pt modelId="{7947F9A4-9553-4EB3-9AC6-B4D96B359949}" type="pres">
      <dgm:prSet presAssocID="{CDC1D9DD-2299-47A0-A8AD-6944A22884AD}" presName="diagram" presStyleCnt="0">
        <dgm:presLayoutVars>
          <dgm:dir/>
          <dgm:resizeHandles val="exact"/>
        </dgm:presLayoutVars>
      </dgm:prSet>
      <dgm:spPr/>
    </dgm:pt>
    <dgm:pt modelId="{90C3B718-CF3D-47A3-94BA-43191A82D828}" type="pres">
      <dgm:prSet presAssocID="{1FBCEF78-D8BA-4F84-A16A-58D5E529C9E9}" presName="node" presStyleLbl="node1" presStyleIdx="0" presStyleCnt="4">
        <dgm:presLayoutVars>
          <dgm:bulletEnabled val="1"/>
        </dgm:presLayoutVars>
      </dgm:prSet>
      <dgm:spPr/>
    </dgm:pt>
    <dgm:pt modelId="{15C92C6B-BC73-4BA2-917F-4EE5EE7E13F4}" type="pres">
      <dgm:prSet presAssocID="{199AB105-70B3-4E6B-8446-DF34FF7808C0}" presName="sibTrans" presStyleCnt="0"/>
      <dgm:spPr/>
    </dgm:pt>
    <dgm:pt modelId="{63AF79E6-961C-49D5-97EA-B20F3B2517DD}" type="pres">
      <dgm:prSet presAssocID="{38E4BCB8-BE5F-49B1-B675-9267268C7BB4}" presName="node" presStyleLbl="node1" presStyleIdx="1" presStyleCnt="4">
        <dgm:presLayoutVars>
          <dgm:bulletEnabled val="1"/>
        </dgm:presLayoutVars>
      </dgm:prSet>
      <dgm:spPr/>
    </dgm:pt>
    <dgm:pt modelId="{27EBF015-D17B-44C0-95D8-CCE37FE09197}" type="pres">
      <dgm:prSet presAssocID="{F2E75A8F-955F-40EA-9440-49861AF1034B}" presName="sibTrans" presStyleCnt="0"/>
      <dgm:spPr/>
    </dgm:pt>
    <dgm:pt modelId="{EDABAD56-BC5A-4C1F-AA9C-801AF90A6250}" type="pres">
      <dgm:prSet presAssocID="{6CD0B8DD-9D88-450F-8F33-8C7E49266606}" presName="node" presStyleLbl="node1" presStyleIdx="2" presStyleCnt="4">
        <dgm:presLayoutVars>
          <dgm:bulletEnabled val="1"/>
        </dgm:presLayoutVars>
      </dgm:prSet>
      <dgm:spPr/>
    </dgm:pt>
    <dgm:pt modelId="{0DF4DE70-171B-49E7-8160-630EFECA05E7}" type="pres">
      <dgm:prSet presAssocID="{04F6FB88-6218-46BD-AD03-AE644402BC5D}" presName="sibTrans" presStyleCnt="0"/>
      <dgm:spPr/>
    </dgm:pt>
    <dgm:pt modelId="{ABE0604B-0CCF-4380-87B8-197C6925323C}" type="pres">
      <dgm:prSet presAssocID="{AC7A5E8C-54BF-471C-80F2-FD4A0FA38AF8}" presName="node" presStyleLbl="node1" presStyleIdx="3" presStyleCnt="4">
        <dgm:presLayoutVars>
          <dgm:bulletEnabled val="1"/>
        </dgm:presLayoutVars>
      </dgm:prSet>
      <dgm:spPr/>
    </dgm:pt>
  </dgm:ptLst>
  <dgm:cxnLst>
    <dgm:cxn modelId="{5E174C15-E1DF-4D9C-9347-35D152067A89}" type="presOf" srcId="{6CD0B8DD-9D88-450F-8F33-8C7E49266606}" destId="{EDABAD56-BC5A-4C1F-AA9C-801AF90A6250}" srcOrd="0" destOrd="0" presId="urn:microsoft.com/office/officeart/2005/8/layout/default"/>
    <dgm:cxn modelId="{84919E2E-5AC1-48CC-9998-262596453FEA}" srcId="{CDC1D9DD-2299-47A0-A8AD-6944A22884AD}" destId="{AC7A5E8C-54BF-471C-80F2-FD4A0FA38AF8}" srcOrd="3" destOrd="0" parTransId="{5A546A0C-B917-4D13-914C-4242F99CFEF8}" sibTransId="{CC9577CB-34E9-429E-AD23-8395F0AC0B82}"/>
    <dgm:cxn modelId="{047A2F36-BDB5-43CC-A935-75E7BC7A76D7}" type="presOf" srcId="{CDC1D9DD-2299-47A0-A8AD-6944A22884AD}" destId="{7947F9A4-9553-4EB3-9AC6-B4D96B359949}" srcOrd="0" destOrd="0" presId="urn:microsoft.com/office/officeart/2005/8/layout/default"/>
    <dgm:cxn modelId="{A038093E-0135-4A51-B4FB-22A3CA6D8EE3}" srcId="{CDC1D9DD-2299-47A0-A8AD-6944A22884AD}" destId="{38E4BCB8-BE5F-49B1-B675-9267268C7BB4}" srcOrd="1" destOrd="0" parTransId="{4655C04F-1353-42C0-B2F9-7141B6A68A39}" sibTransId="{F2E75A8F-955F-40EA-9440-49861AF1034B}"/>
    <dgm:cxn modelId="{D1D23945-9706-4CDD-A1D0-C8BEB7E07F93}" type="presOf" srcId="{1FBCEF78-D8BA-4F84-A16A-58D5E529C9E9}" destId="{90C3B718-CF3D-47A3-94BA-43191A82D828}" srcOrd="0" destOrd="0" presId="urn:microsoft.com/office/officeart/2005/8/layout/default"/>
    <dgm:cxn modelId="{1846AA49-DFDC-4238-9CDF-DC7C86772946}" type="presOf" srcId="{AC7A5E8C-54BF-471C-80F2-FD4A0FA38AF8}" destId="{ABE0604B-0CCF-4380-87B8-197C6925323C}" srcOrd="0" destOrd="0" presId="urn:microsoft.com/office/officeart/2005/8/layout/default"/>
    <dgm:cxn modelId="{85C8AE8E-EFE3-4D77-9EA0-F0FA0B3E4072}" srcId="{CDC1D9DD-2299-47A0-A8AD-6944A22884AD}" destId="{6CD0B8DD-9D88-450F-8F33-8C7E49266606}" srcOrd="2" destOrd="0" parTransId="{8909ABC7-02CA-4205-A0C9-A18D5D717E74}" sibTransId="{04F6FB88-6218-46BD-AD03-AE644402BC5D}"/>
    <dgm:cxn modelId="{00A306CB-F23E-44EB-A66F-01F82FA09188}" type="presOf" srcId="{38E4BCB8-BE5F-49B1-B675-9267268C7BB4}" destId="{63AF79E6-961C-49D5-97EA-B20F3B2517DD}" srcOrd="0" destOrd="0" presId="urn:microsoft.com/office/officeart/2005/8/layout/default"/>
    <dgm:cxn modelId="{888038CB-FEE2-4EAB-AF4C-B1C3FDF23E30}" srcId="{CDC1D9DD-2299-47A0-A8AD-6944A22884AD}" destId="{1FBCEF78-D8BA-4F84-A16A-58D5E529C9E9}" srcOrd="0" destOrd="0" parTransId="{E332058C-1E95-47E3-A8E0-508BEA4E7324}" sibTransId="{199AB105-70B3-4E6B-8446-DF34FF7808C0}"/>
    <dgm:cxn modelId="{4C1C9F85-015D-46F2-8432-42B62A918D84}" type="presParOf" srcId="{7947F9A4-9553-4EB3-9AC6-B4D96B359949}" destId="{90C3B718-CF3D-47A3-94BA-43191A82D828}" srcOrd="0" destOrd="0" presId="urn:microsoft.com/office/officeart/2005/8/layout/default"/>
    <dgm:cxn modelId="{7650B12C-8098-4C2E-A6F4-BE60530CD8DF}" type="presParOf" srcId="{7947F9A4-9553-4EB3-9AC6-B4D96B359949}" destId="{15C92C6B-BC73-4BA2-917F-4EE5EE7E13F4}" srcOrd="1" destOrd="0" presId="urn:microsoft.com/office/officeart/2005/8/layout/default"/>
    <dgm:cxn modelId="{E5C9694B-0D43-421E-91BC-A3157EB04BA2}" type="presParOf" srcId="{7947F9A4-9553-4EB3-9AC6-B4D96B359949}" destId="{63AF79E6-961C-49D5-97EA-B20F3B2517DD}" srcOrd="2" destOrd="0" presId="urn:microsoft.com/office/officeart/2005/8/layout/default"/>
    <dgm:cxn modelId="{D97B8886-B82A-4B1A-A04D-5692670AEBF9}" type="presParOf" srcId="{7947F9A4-9553-4EB3-9AC6-B4D96B359949}" destId="{27EBF015-D17B-44C0-95D8-CCE37FE09197}" srcOrd="3" destOrd="0" presId="urn:microsoft.com/office/officeart/2005/8/layout/default"/>
    <dgm:cxn modelId="{3B3FB758-75EB-4AF8-B602-1E239BCB32D1}" type="presParOf" srcId="{7947F9A4-9553-4EB3-9AC6-B4D96B359949}" destId="{EDABAD56-BC5A-4C1F-AA9C-801AF90A6250}" srcOrd="4" destOrd="0" presId="urn:microsoft.com/office/officeart/2005/8/layout/default"/>
    <dgm:cxn modelId="{0BC86142-CB6B-4DD9-B6D4-9B8428BF0AC3}" type="presParOf" srcId="{7947F9A4-9553-4EB3-9AC6-B4D96B359949}" destId="{0DF4DE70-171B-49E7-8160-630EFECA05E7}" srcOrd="5" destOrd="0" presId="urn:microsoft.com/office/officeart/2005/8/layout/default"/>
    <dgm:cxn modelId="{A24DABAA-4DFC-418B-9334-76B72DC96E8A}" type="presParOf" srcId="{7947F9A4-9553-4EB3-9AC6-B4D96B359949}" destId="{ABE0604B-0CCF-4380-87B8-197C6925323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FC89AE-B105-47CC-A977-2B6568BCB31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25518-C18B-4AFA-987D-91DAF1FAA3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Linguagem: Python</a:t>
          </a:r>
        </a:p>
      </dgm:t>
    </dgm:pt>
    <dgm:pt modelId="{31BC42F9-E3CA-4719-938E-7921A40A1865}" type="parTrans" cxnId="{3AD81DB5-A3E9-40C4-ABFE-963B199640E4}">
      <dgm:prSet/>
      <dgm:spPr/>
      <dgm:t>
        <a:bodyPr/>
        <a:lstStyle/>
        <a:p>
          <a:endParaRPr lang="en-US"/>
        </a:p>
      </dgm:t>
    </dgm:pt>
    <dgm:pt modelId="{073B796B-CAEE-43CA-B0E5-E826041B093D}" type="sibTrans" cxnId="{3AD81DB5-A3E9-40C4-ABFE-963B199640E4}">
      <dgm:prSet/>
      <dgm:spPr/>
      <dgm:t>
        <a:bodyPr/>
        <a:lstStyle/>
        <a:p>
          <a:endParaRPr lang="en-US"/>
        </a:p>
      </dgm:t>
    </dgm:pt>
    <dgm:pt modelId="{D6A57310-D6F2-41A5-AC73-9DD30234F6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Biblioteca Pillow usada apenas para salvar o PNG</a:t>
          </a:r>
        </a:p>
      </dgm:t>
    </dgm:pt>
    <dgm:pt modelId="{34EE2CF9-9968-4B54-8E93-C77A46E6F7BF}" type="parTrans" cxnId="{F89A4143-76DD-4B06-8D56-A227F2A0A0FB}">
      <dgm:prSet/>
      <dgm:spPr/>
      <dgm:t>
        <a:bodyPr/>
        <a:lstStyle/>
        <a:p>
          <a:endParaRPr lang="en-US"/>
        </a:p>
      </dgm:t>
    </dgm:pt>
    <dgm:pt modelId="{067EC6DF-376D-48B4-8831-DA18CD28E8A8}" type="sibTrans" cxnId="{F89A4143-76DD-4B06-8D56-A227F2A0A0FB}">
      <dgm:prSet/>
      <dgm:spPr/>
      <dgm:t>
        <a:bodyPr/>
        <a:lstStyle/>
        <a:p>
          <a:endParaRPr lang="en-US"/>
        </a:p>
      </dgm:t>
    </dgm:pt>
    <dgm:pt modelId="{5E7D0DFC-CC9E-43D6-A19B-B77B5CA1B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Todo o sistema vetorial, interseções e iluminação feitos manualmente</a:t>
          </a:r>
        </a:p>
      </dgm:t>
    </dgm:pt>
    <dgm:pt modelId="{24DD87D7-47D2-458C-9662-EEBFA8A9D525}" type="parTrans" cxnId="{0543A616-C253-410D-92EE-2E93C6B2E74C}">
      <dgm:prSet/>
      <dgm:spPr/>
      <dgm:t>
        <a:bodyPr/>
        <a:lstStyle/>
        <a:p>
          <a:endParaRPr lang="en-US"/>
        </a:p>
      </dgm:t>
    </dgm:pt>
    <dgm:pt modelId="{6F8EFF70-9365-43FF-AB25-661EBEAC3648}" type="sibTrans" cxnId="{0543A616-C253-410D-92EE-2E93C6B2E74C}">
      <dgm:prSet/>
      <dgm:spPr/>
      <dgm:t>
        <a:bodyPr/>
        <a:lstStyle/>
        <a:p>
          <a:endParaRPr lang="en-US"/>
        </a:p>
      </dgm:t>
    </dgm:pt>
    <dgm:pt modelId="{9CE4FF40-8AC9-4772-A6BA-7484499FE76E}" type="pres">
      <dgm:prSet presAssocID="{E2FC89AE-B105-47CC-A977-2B6568BCB31D}" presName="root" presStyleCnt="0">
        <dgm:presLayoutVars>
          <dgm:dir/>
          <dgm:resizeHandles val="exact"/>
        </dgm:presLayoutVars>
      </dgm:prSet>
      <dgm:spPr/>
    </dgm:pt>
    <dgm:pt modelId="{F5A67387-1415-4B90-9D96-022745E3483D}" type="pres">
      <dgm:prSet presAssocID="{F5125518-C18B-4AFA-987D-91DAF1FAA31F}" presName="compNode" presStyleCnt="0"/>
      <dgm:spPr/>
    </dgm:pt>
    <dgm:pt modelId="{F2E2CB2A-8C00-4F94-9CF0-75C0A86C7F0A}" type="pres">
      <dgm:prSet presAssocID="{F5125518-C18B-4AFA-987D-91DAF1FAA3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629F47E-8CA8-4638-8E62-7BD3B9BA2C74}" type="pres">
      <dgm:prSet presAssocID="{F5125518-C18B-4AFA-987D-91DAF1FAA31F}" presName="spaceRect" presStyleCnt="0"/>
      <dgm:spPr/>
    </dgm:pt>
    <dgm:pt modelId="{36DFADFC-1DE2-4B51-ACC7-53A6F2DEB7E9}" type="pres">
      <dgm:prSet presAssocID="{F5125518-C18B-4AFA-987D-91DAF1FAA31F}" presName="textRect" presStyleLbl="revTx" presStyleIdx="0" presStyleCnt="3">
        <dgm:presLayoutVars>
          <dgm:chMax val="1"/>
          <dgm:chPref val="1"/>
        </dgm:presLayoutVars>
      </dgm:prSet>
      <dgm:spPr/>
    </dgm:pt>
    <dgm:pt modelId="{1503F923-3FED-4203-9451-477B11E2235A}" type="pres">
      <dgm:prSet presAssocID="{073B796B-CAEE-43CA-B0E5-E826041B093D}" presName="sibTrans" presStyleCnt="0"/>
      <dgm:spPr/>
    </dgm:pt>
    <dgm:pt modelId="{1CD2CE60-6E8B-403B-B0DE-0BAB73636AF4}" type="pres">
      <dgm:prSet presAssocID="{D6A57310-D6F2-41A5-AC73-9DD30234F681}" presName="compNode" presStyleCnt="0"/>
      <dgm:spPr/>
    </dgm:pt>
    <dgm:pt modelId="{C2353BE9-CAA7-4DD3-B58F-A52F6DD79C2B}" type="pres">
      <dgm:prSet presAssocID="{D6A57310-D6F2-41A5-AC73-9DD30234F6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a"/>
        </a:ext>
      </dgm:extLst>
    </dgm:pt>
    <dgm:pt modelId="{6E0E3CF3-EC5C-4E8D-8AA4-0018C503678D}" type="pres">
      <dgm:prSet presAssocID="{D6A57310-D6F2-41A5-AC73-9DD30234F681}" presName="spaceRect" presStyleCnt="0"/>
      <dgm:spPr/>
    </dgm:pt>
    <dgm:pt modelId="{D1FA7FA3-52A7-430A-94D5-FF83211435A7}" type="pres">
      <dgm:prSet presAssocID="{D6A57310-D6F2-41A5-AC73-9DD30234F681}" presName="textRect" presStyleLbl="revTx" presStyleIdx="1" presStyleCnt="3">
        <dgm:presLayoutVars>
          <dgm:chMax val="1"/>
          <dgm:chPref val="1"/>
        </dgm:presLayoutVars>
      </dgm:prSet>
      <dgm:spPr/>
    </dgm:pt>
    <dgm:pt modelId="{4D52DFEB-F90E-4FA3-B24C-6C34794F7F54}" type="pres">
      <dgm:prSet presAssocID="{067EC6DF-376D-48B4-8831-DA18CD28E8A8}" presName="sibTrans" presStyleCnt="0"/>
      <dgm:spPr/>
    </dgm:pt>
    <dgm:pt modelId="{006E22C5-6A85-40F8-9457-E761C376AFB5}" type="pres">
      <dgm:prSet presAssocID="{5E7D0DFC-CC9E-43D6-A19B-B77B5CA1B820}" presName="compNode" presStyleCnt="0"/>
      <dgm:spPr/>
    </dgm:pt>
    <dgm:pt modelId="{53FA6C8A-86E5-4707-8DE6-818E6C7A9651}" type="pres">
      <dgm:prSet presAssocID="{5E7D0DFC-CC9E-43D6-A19B-B77B5CA1B8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08A82F9D-60EC-423B-AC1F-5C505DBE7BC0}" type="pres">
      <dgm:prSet presAssocID="{5E7D0DFC-CC9E-43D6-A19B-B77B5CA1B820}" presName="spaceRect" presStyleCnt="0"/>
      <dgm:spPr/>
    </dgm:pt>
    <dgm:pt modelId="{29EE01B3-67E5-49C7-B9F9-3A8433ED9FA6}" type="pres">
      <dgm:prSet presAssocID="{5E7D0DFC-CC9E-43D6-A19B-B77B5CA1B8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5BB6703-CCAC-4402-B812-43605312D477}" type="presOf" srcId="{D6A57310-D6F2-41A5-AC73-9DD30234F681}" destId="{D1FA7FA3-52A7-430A-94D5-FF83211435A7}" srcOrd="0" destOrd="0" presId="urn:microsoft.com/office/officeart/2018/2/layout/IconLabelList"/>
    <dgm:cxn modelId="{3858CF14-E9D9-4970-8CB1-3583AA496E2C}" type="presOf" srcId="{F5125518-C18B-4AFA-987D-91DAF1FAA31F}" destId="{36DFADFC-1DE2-4B51-ACC7-53A6F2DEB7E9}" srcOrd="0" destOrd="0" presId="urn:microsoft.com/office/officeart/2018/2/layout/IconLabelList"/>
    <dgm:cxn modelId="{0543A616-C253-410D-92EE-2E93C6B2E74C}" srcId="{E2FC89AE-B105-47CC-A977-2B6568BCB31D}" destId="{5E7D0DFC-CC9E-43D6-A19B-B77B5CA1B820}" srcOrd="2" destOrd="0" parTransId="{24DD87D7-47D2-458C-9662-EEBFA8A9D525}" sibTransId="{6F8EFF70-9365-43FF-AB25-661EBEAC3648}"/>
    <dgm:cxn modelId="{02DFC736-8A8F-4589-B53B-8C426C899B14}" type="presOf" srcId="{5E7D0DFC-CC9E-43D6-A19B-B77B5CA1B820}" destId="{29EE01B3-67E5-49C7-B9F9-3A8433ED9FA6}" srcOrd="0" destOrd="0" presId="urn:microsoft.com/office/officeart/2018/2/layout/IconLabelList"/>
    <dgm:cxn modelId="{F89A4143-76DD-4B06-8D56-A227F2A0A0FB}" srcId="{E2FC89AE-B105-47CC-A977-2B6568BCB31D}" destId="{D6A57310-D6F2-41A5-AC73-9DD30234F681}" srcOrd="1" destOrd="0" parTransId="{34EE2CF9-9968-4B54-8E93-C77A46E6F7BF}" sibTransId="{067EC6DF-376D-48B4-8831-DA18CD28E8A8}"/>
    <dgm:cxn modelId="{015C4FA1-94AD-45A4-A1B9-77EF1FFECBE6}" type="presOf" srcId="{E2FC89AE-B105-47CC-A977-2B6568BCB31D}" destId="{9CE4FF40-8AC9-4772-A6BA-7484499FE76E}" srcOrd="0" destOrd="0" presId="urn:microsoft.com/office/officeart/2018/2/layout/IconLabelList"/>
    <dgm:cxn modelId="{3AD81DB5-A3E9-40C4-ABFE-963B199640E4}" srcId="{E2FC89AE-B105-47CC-A977-2B6568BCB31D}" destId="{F5125518-C18B-4AFA-987D-91DAF1FAA31F}" srcOrd="0" destOrd="0" parTransId="{31BC42F9-E3CA-4719-938E-7921A40A1865}" sibTransId="{073B796B-CAEE-43CA-B0E5-E826041B093D}"/>
    <dgm:cxn modelId="{CA2C2883-E92E-4590-8608-2D1F92AFA722}" type="presParOf" srcId="{9CE4FF40-8AC9-4772-A6BA-7484499FE76E}" destId="{F5A67387-1415-4B90-9D96-022745E3483D}" srcOrd="0" destOrd="0" presId="urn:microsoft.com/office/officeart/2018/2/layout/IconLabelList"/>
    <dgm:cxn modelId="{B89398DA-9D81-438E-AB50-D32B744014AB}" type="presParOf" srcId="{F5A67387-1415-4B90-9D96-022745E3483D}" destId="{F2E2CB2A-8C00-4F94-9CF0-75C0A86C7F0A}" srcOrd="0" destOrd="0" presId="urn:microsoft.com/office/officeart/2018/2/layout/IconLabelList"/>
    <dgm:cxn modelId="{29B165DB-E768-45AE-B0A4-D6188ABBA671}" type="presParOf" srcId="{F5A67387-1415-4B90-9D96-022745E3483D}" destId="{0629F47E-8CA8-4638-8E62-7BD3B9BA2C74}" srcOrd="1" destOrd="0" presId="urn:microsoft.com/office/officeart/2018/2/layout/IconLabelList"/>
    <dgm:cxn modelId="{1FC4863F-F6CA-4189-B0E0-A3AC92925261}" type="presParOf" srcId="{F5A67387-1415-4B90-9D96-022745E3483D}" destId="{36DFADFC-1DE2-4B51-ACC7-53A6F2DEB7E9}" srcOrd="2" destOrd="0" presId="urn:microsoft.com/office/officeart/2018/2/layout/IconLabelList"/>
    <dgm:cxn modelId="{4E1669D7-3B54-4435-B8FB-9BEA9588BE10}" type="presParOf" srcId="{9CE4FF40-8AC9-4772-A6BA-7484499FE76E}" destId="{1503F923-3FED-4203-9451-477B11E2235A}" srcOrd="1" destOrd="0" presId="urn:microsoft.com/office/officeart/2018/2/layout/IconLabelList"/>
    <dgm:cxn modelId="{FA6ABA18-FFA9-471F-8F2A-6CA9F2DD9C3D}" type="presParOf" srcId="{9CE4FF40-8AC9-4772-A6BA-7484499FE76E}" destId="{1CD2CE60-6E8B-403B-B0DE-0BAB73636AF4}" srcOrd="2" destOrd="0" presId="urn:microsoft.com/office/officeart/2018/2/layout/IconLabelList"/>
    <dgm:cxn modelId="{4C6AFBF9-1921-4A45-892B-F3F84A8ACEB4}" type="presParOf" srcId="{1CD2CE60-6E8B-403B-B0DE-0BAB73636AF4}" destId="{C2353BE9-CAA7-4DD3-B58F-A52F6DD79C2B}" srcOrd="0" destOrd="0" presId="urn:microsoft.com/office/officeart/2018/2/layout/IconLabelList"/>
    <dgm:cxn modelId="{096AB3FC-177D-48C9-B570-67307F204F37}" type="presParOf" srcId="{1CD2CE60-6E8B-403B-B0DE-0BAB73636AF4}" destId="{6E0E3CF3-EC5C-4E8D-8AA4-0018C503678D}" srcOrd="1" destOrd="0" presId="urn:microsoft.com/office/officeart/2018/2/layout/IconLabelList"/>
    <dgm:cxn modelId="{6E0E5885-3F96-46ED-BACA-D7FBD9685F6D}" type="presParOf" srcId="{1CD2CE60-6E8B-403B-B0DE-0BAB73636AF4}" destId="{D1FA7FA3-52A7-430A-94D5-FF83211435A7}" srcOrd="2" destOrd="0" presId="urn:microsoft.com/office/officeart/2018/2/layout/IconLabelList"/>
    <dgm:cxn modelId="{9FC20264-A80A-45BD-86A6-EB57CEE4E26E}" type="presParOf" srcId="{9CE4FF40-8AC9-4772-A6BA-7484499FE76E}" destId="{4D52DFEB-F90E-4FA3-B24C-6C34794F7F54}" srcOrd="3" destOrd="0" presId="urn:microsoft.com/office/officeart/2018/2/layout/IconLabelList"/>
    <dgm:cxn modelId="{30F839BC-9245-4509-AFC5-21F47D01162B}" type="presParOf" srcId="{9CE4FF40-8AC9-4772-A6BA-7484499FE76E}" destId="{006E22C5-6A85-40F8-9457-E761C376AFB5}" srcOrd="4" destOrd="0" presId="urn:microsoft.com/office/officeart/2018/2/layout/IconLabelList"/>
    <dgm:cxn modelId="{74C476E8-8892-4362-A616-39C52E08AE06}" type="presParOf" srcId="{006E22C5-6A85-40F8-9457-E761C376AFB5}" destId="{53FA6C8A-86E5-4707-8DE6-818E6C7A9651}" srcOrd="0" destOrd="0" presId="urn:microsoft.com/office/officeart/2018/2/layout/IconLabelList"/>
    <dgm:cxn modelId="{81EA12F8-B88C-4E24-8F4E-58270672CFDC}" type="presParOf" srcId="{006E22C5-6A85-40F8-9457-E761C376AFB5}" destId="{08A82F9D-60EC-423B-AC1F-5C505DBE7BC0}" srcOrd="1" destOrd="0" presId="urn:microsoft.com/office/officeart/2018/2/layout/IconLabelList"/>
    <dgm:cxn modelId="{C7C132F5-2935-4351-AEBC-D1BBE12E1069}" type="presParOf" srcId="{006E22C5-6A85-40F8-9457-E761C376AFB5}" destId="{29EE01B3-67E5-49C7-B9F9-3A8433ED9F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2DE18E1-9296-4D9A-A5DC-DA31653B7F9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3B7C98-D527-4968-A90B-4211840332E1}">
      <dgm:prSet/>
      <dgm:spPr/>
      <dgm:t>
        <a:bodyPr/>
        <a:lstStyle/>
        <a:p>
          <a:r>
            <a:rPr lang="en-US"/>
            <a:t>Representa pontos e vetores</a:t>
          </a:r>
        </a:p>
      </dgm:t>
    </dgm:pt>
    <dgm:pt modelId="{20B55F8C-5166-4E1A-B869-54DC9FD16A21}" type="parTrans" cxnId="{9CF5AB77-A76F-4145-A687-AAFE7A2812A5}">
      <dgm:prSet/>
      <dgm:spPr/>
      <dgm:t>
        <a:bodyPr/>
        <a:lstStyle/>
        <a:p>
          <a:endParaRPr lang="en-US"/>
        </a:p>
      </dgm:t>
    </dgm:pt>
    <dgm:pt modelId="{8275A438-DB11-4024-BBC7-6276DA37A20F}" type="sibTrans" cxnId="{9CF5AB77-A76F-4145-A687-AAFE7A2812A5}">
      <dgm:prSet/>
      <dgm:spPr/>
      <dgm:t>
        <a:bodyPr/>
        <a:lstStyle/>
        <a:p>
          <a:endParaRPr lang="en-US"/>
        </a:p>
      </dgm:t>
    </dgm:pt>
    <dgm:pt modelId="{2AA79383-21CB-4713-87A7-735F8ED3E6BB}">
      <dgm:prSet/>
      <dgm:spPr/>
      <dgm:t>
        <a:bodyPr/>
        <a:lstStyle/>
        <a:p>
          <a:r>
            <a:rPr lang="en-US"/>
            <a:t>Operações: soma, subtração, multiplicação por escalar</a:t>
          </a:r>
        </a:p>
      </dgm:t>
    </dgm:pt>
    <dgm:pt modelId="{A37324CA-6571-4836-99F6-74DCD08C8BDC}" type="parTrans" cxnId="{4737AE2F-B9EC-4E43-BB04-CE26026E5301}">
      <dgm:prSet/>
      <dgm:spPr/>
      <dgm:t>
        <a:bodyPr/>
        <a:lstStyle/>
        <a:p>
          <a:endParaRPr lang="en-US"/>
        </a:p>
      </dgm:t>
    </dgm:pt>
    <dgm:pt modelId="{1AEB7E51-6281-41E3-A993-891B1D9E6DEF}" type="sibTrans" cxnId="{4737AE2F-B9EC-4E43-BB04-CE26026E5301}">
      <dgm:prSet/>
      <dgm:spPr/>
      <dgm:t>
        <a:bodyPr/>
        <a:lstStyle/>
        <a:p>
          <a:endParaRPr lang="en-US"/>
        </a:p>
      </dgm:t>
    </dgm:pt>
    <dgm:pt modelId="{CBBE5EF1-81AC-4E3F-BC17-189155375EA4}">
      <dgm:prSet/>
      <dgm:spPr/>
      <dgm:t>
        <a:bodyPr/>
        <a:lstStyle/>
        <a:p>
          <a:r>
            <a:rPr lang="en-US"/>
            <a:t>Produto escalar, magnitude, normalização</a:t>
          </a:r>
        </a:p>
      </dgm:t>
    </dgm:pt>
    <dgm:pt modelId="{B62A560A-CD47-4474-9F73-E3024AB7689F}" type="parTrans" cxnId="{0031FDDE-31C0-4891-86A1-44568FC20A62}">
      <dgm:prSet/>
      <dgm:spPr/>
      <dgm:t>
        <a:bodyPr/>
        <a:lstStyle/>
        <a:p>
          <a:endParaRPr lang="en-US"/>
        </a:p>
      </dgm:t>
    </dgm:pt>
    <dgm:pt modelId="{D076C5B3-0EF4-4AC9-94FB-7421767DD4BB}" type="sibTrans" cxnId="{0031FDDE-31C0-4891-86A1-44568FC20A62}">
      <dgm:prSet/>
      <dgm:spPr/>
      <dgm:t>
        <a:bodyPr/>
        <a:lstStyle/>
        <a:p>
          <a:endParaRPr lang="en-US"/>
        </a:p>
      </dgm:t>
    </dgm:pt>
    <dgm:pt modelId="{F10AC874-E911-45DF-882D-F48F83315859}">
      <dgm:prSet/>
      <dgm:spPr/>
      <dgm:t>
        <a:bodyPr/>
        <a:lstStyle/>
        <a:p>
          <a:r>
            <a:rPr lang="en-US"/>
            <a:t>Usada em todos os cálculos matemáticos</a:t>
          </a:r>
        </a:p>
      </dgm:t>
    </dgm:pt>
    <dgm:pt modelId="{5F019E5A-7D7B-4265-96F7-85361024F919}" type="parTrans" cxnId="{945DC211-6BEC-41D0-842B-96895D5C7763}">
      <dgm:prSet/>
      <dgm:spPr/>
      <dgm:t>
        <a:bodyPr/>
        <a:lstStyle/>
        <a:p>
          <a:endParaRPr lang="en-US"/>
        </a:p>
      </dgm:t>
    </dgm:pt>
    <dgm:pt modelId="{5BD8710A-178E-49E4-93B7-52CBA80720BC}" type="sibTrans" cxnId="{945DC211-6BEC-41D0-842B-96895D5C7763}">
      <dgm:prSet/>
      <dgm:spPr/>
      <dgm:t>
        <a:bodyPr/>
        <a:lstStyle/>
        <a:p>
          <a:endParaRPr lang="en-US"/>
        </a:p>
      </dgm:t>
    </dgm:pt>
    <dgm:pt modelId="{0BCB74E1-9C13-47F2-A549-2EF9408BE59C}" type="pres">
      <dgm:prSet presAssocID="{22DE18E1-9296-4D9A-A5DC-DA31653B7F90}" presName="Name0" presStyleCnt="0">
        <dgm:presLayoutVars>
          <dgm:dir/>
          <dgm:animLvl val="lvl"/>
          <dgm:resizeHandles val="exact"/>
        </dgm:presLayoutVars>
      </dgm:prSet>
      <dgm:spPr/>
    </dgm:pt>
    <dgm:pt modelId="{51C51EF0-C0E8-441A-910C-AABE8DBF0A9D}" type="pres">
      <dgm:prSet presAssocID="{203B7C98-D527-4968-A90B-4211840332E1}" presName="linNode" presStyleCnt="0"/>
      <dgm:spPr/>
    </dgm:pt>
    <dgm:pt modelId="{D11469C3-652C-437F-A76E-CE69107B401D}" type="pres">
      <dgm:prSet presAssocID="{203B7C98-D527-4968-A90B-4211840332E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686FB60-11A9-421D-8B9C-9C2D8E715350}" type="pres">
      <dgm:prSet presAssocID="{8275A438-DB11-4024-BBC7-6276DA37A20F}" presName="sp" presStyleCnt="0"/>
      <dgm:spPr/>
    </dgm:pt>
    <dgm:pt modelId="{6829B4EE-3B7C-4F7A-B4FD-3E0480836D6F}" type="pres">
      <dgm:prSet presAssocID="{2AA79383-21CB-4713-87A7-735F8ED3E6BB}" presName="linNode" presStyleCnt="0"/>
      <dgm:spPr/>
    </dgm:pt>
    <dgm:pt modelId="{8122E653-B5A5-4426-B025-024B40A3C0A1}" type="pres">
      <dgm:prSet presAssocID="{2AA79383-21CB-4713-87A7-735F8ED3E6B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BECDB17-1BF2-49D5-9FC1-C9A2CF3DBB42}" type="pres">
      <dgm:prSet presAssocID="{1AEB7E51-6281-41E3-A993-891B1D9E6DEF}" presName="sp" presStyleCnt="0"/>
      <dgm:spPr/>
    </dgm:pt>
    <dgm:pt modelId="{1AF803D1-BC26-4B92-AC4D-BBE9799B089F}" type="pres">
      <dgm:prSet presAssocID="{CBBE5EF1-81AC-4E3F-BC17-189155375EA4}" presName="linNode" presStyleCnt="0"/>
      <dgm:spPr/>
    </dgm:pt>
    <dgm:pt modelId="{65C66605-7713-4BEA-9AAA-EEC03C2C0A88}" type="pres">
      <dgm:prSet presAssocID="{CBBE5EF1-81AC-4E3F-BC17-189155375EA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96DAB6C-A1B9-41AB-8D6A-06550B7A2153}" type="pres">
      <dgm:prSet presAssocID="{D076C5B3-0EF4-4AC9-94FB-7421767DD4BB}" presName="sp" presStyleCnt="0"/>
      <dgm:spPr/>
    </dgm:pt>
    <dgm:pt modelId="{9620F3DA-A995-4DD1-83B4-1765E17B913D}" type="pres">
      <dgm:prSet presAssocID="{F10AC874-E911-45DF-882D-F48F83315859}" presName="linNode" presStyleCnt="0"/>
      <dgm:spPr/>
    </dgm:pt>
    <dgm:pt modelId="{B662B6D1-CB5F-49C4-996F-08C988740AE3}" type="pres">
      <dgm:prSet presAssocID="{F10AC874-E911-45DF-882D-F48F83315859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C386C00-221E-4B4E-AF0C-BC61582EC691}" type="presOf" srcId="{CBBE5EF1-81AC-4E3F-BC17-189155375EA4}" destId="{65C66605-7713-4BEA-9AAA-EEC03C2C0A88}" srcOrd="0" destOrd="0" presId="urn:microsoft.com/office/officeart/2005/8/layout/vList5"/>
    <dgm:cxn modelId="{7F53870A-F196-45DF-B883-ED0CF1276D18}" type="presOf" srcId="{F10AC874-E911-45DF-882D-F48F83315859}" destId="{B662B6D1-CB5F-49C4-996F-08C988740AE3}" srcOrd="0" destOrd="0" presId="urn:microsoft.com/office/officeart/2005/8/layout/vList5"/>
    <dgm:cxn modelId="{945DC211-6BEC-41D0-842B-96895D5C7763}" srcId="{22DE18E1-9296-4D9A-A5DC-DA31653B7F90}" destId="{F10AC874-E911-45DF-882D-F48F83315859}" srcOrd="3" destOrd="0" parTransId="{5F019E5A-7D7B-4265-96F7-85361024F919}" sibTransId="{5BD8710A-178E-49E4-93B7-52CBA80720BC}"/>
    <dgm:cxn modelId="{4737AE2F-B9EC-4E43-BB04-CE26026E5301}" srcId="{22DE18E1-9296-4D9A-A5DC-DA31653B7F90}" destId="{2AA79383-21CB-4713-87A7-735F8ED3E6BB}" srcOrd="1" destOrd="0" parTransId="{A37324CA-6571-4836-99F6-74DCD08C8BDC}" sibTransId="{1AEB7E51-6281-41E3-A993-891B1D9E6DEF}"/>
    <dgm:cxn modelId="{3BF07C4F-B07C-4C29-9658-F7F4ED7E3E35}" type="presOf" srcId="{22DE18E1-9296-4D9A-A5DC-DA31653B7F90}" destId="{0BCB74E1-9C13-47F2-A549-2EF9408BE59C}" srcOrd="0" destOrd="0" presId="urn:microsoft.com/office/officeart/2005/8/layout/vList5"/>
    <dgm:cxn modelId="{9CF5AB77-A76F-4145-A687-AAFE7A2812A5}" srcId="{22DE18E1-9296-4D9A-A5DC-DA31653B7F90}" destId="{203B7C98-D527-4968-A90B-4211840332E1}" srcOrd="0" destOrd="0" parTransId="{20B55F8C-5166-4E1A-B869-54DC9FD16A21}" sibTransId="{8275A438-DB11-4024-BBC7-6276DA37A20F}"/>
    <dgm:cxn modelId="{5016F796-CE77-47F5-B7C3-0DFF8BF3A8DF}" type="presOf" srcId="{203B7C98-D527-4968-A90B-4211840332E1}" destId="{D11469C3-652C-437F-A76E-CE69107B401D}" srcOrd="0" destOrd="0" presId="urn:microsoft.com/office/officeart/2005/8/layout/vList5"/>
    <dgm:cxn modelId="{92B828BE-44DB-4368-8498-AE2AFBA277A7}" type="presOf" srcId="{2AA79383-21CB-4713-87A7-735F8ED3E6BB}" destId="{8122E653-B5A5-4426-B025-024B40A3C0A1}" srcOrd="0" destOrd="0" presId="urn:microsoft.com/office/officeart/2005/8/layout/vList5"/>
    <dgm:cxn modelId="{0031FDDE-31C0-4891-86A1-44568FC20A62}" srcId="{22DE18E1-9296-4D9A-A5DC-DA31653B7F90}" destId="{CBBE5EF1-81AC-4E3F-BC17-189155375EA4}" srcOrd="2" destOrd="0" parTransId="{B62A560A-CD47-4474-9F73-E3024AB7689F}" sibTransId="{D076C5B3-0EF4-4AC9-94FB-7421767DD4BB}"/>
    <dgm:cxn modelId="{47F6D6AC-5010-406D-9565-A51303369C47}" type="presParOf" srcId="{0BCB74E1-9C13-47F2-A549-2EF9408BE59C}" destId="{51C51EF0-C0E8-441A-910C-AABE8DBF0A9D}" srcOrd="0" destOrd="0" presId="urn:microsoft.com/office/officeart/2005/8/layout/vList5"/>
    <dgm:cxn modelId="{15EA7E72-A243-4E67-A07A-630E0E98C36B}" type="presParOf" srcId="{51C51EF0-C0E8-441A-910C-AABE8DBF0A9D}" destId="{D11469C3-652C-437F-A76E-CE69107B401D}" srcOrd="0" destOrd="0" presId="urn:microsoft.com/office/officeart/2005/8/layout/vList5"/>
    <dgm:cxn modelId="{1F699131-DBE6-473B-9E7B-60E80EE1BA08}" type="presParOf" srcId="{0BCB74E1-9C13-47F2-A549-2EF9408BE59C}" destId="{9686FB60-11A9-421D-8B9C-9C2D8E715350}" srcOrd="1" destOrd="0" presId="urn:microsoft.com/office/officeart/2005/8/layout/vList5"/>
    <dgm:cxn modelId="{159FD600-9999-4023-86C2-57D4BDF6CB1B}" type="presParOf" srcId="{0BCB74E1-9C13-47F2-A549-2EF9408BE59C}" destId="{6829B4EE-3B7C-4F7A-B4FD-3E0480836D6F}" srcOrd="2" destOrd="0" presId="urn:microsoft.com/office/officeart/2005/8/layout/vList5"/>
    <dgm:cxn modelId="{D2F014F5-5215-4782-8D8B-38D6EFA0A003}" type="presParOf" srcId="{6829B4EE-3B7C-4F7A-B4FD-3E0480836D6F}" destId="{8122E653-B5A5-4426-B025-024B40A3C0A1}" srcOrd="0" destOrd="0" presId="urn:microsoft.com/office/officeart/2005/8/layout/vList5"/>
    <dgm:cxn modelId="{B0F988DB-4363-4489-9C0C-E77F10E71ACB}" type="presParOf" srcId="{0BCB74E1-9C13-47F2-A549-2EF9408BE59C}" destId="{9BECDB17-1BF2-49D5-9FC1-C9A2CF3DBB42}" srcOrd="3" destOrd="0" presId="urn:microsoft.com/office/officeart/2005/8/layout/vList5"/>
    <dgm:cxn modelId="{88D2A93A-710F-4ADE-848C-97E816186E25}" type="presParOf" srcId="{0BCB74E1-9C13-47F2-A549-2EF9408BE59C}" destId="{1AF803D1-BC26-4B92-AC4D-BBE9799B089F}" srcOrd="4" destOrd="0" presId="urn:microsoft.com/office/officeart/2005/8/layout/vList5"/>
    <dgm:cxn modelId="{25357C41-DD66-48AF-9C28-BC7D7B8F6644}" type="presParOf" srcId="{1AF803D1-BC26-4B92-AC4D-BBE9799B089F}" destId="{65C66605-7713-4BEA-9AAA-EEC03C2C0A88}" srcOrd="0" destOrd="0" presId="urn:microsoft.com/office/officeart/2005/8/layout/vList5"/>
    <dgm:cxn modelId="{C2136E1E-6739-40AC-9935-AF83842468BB}" type="presParOf" srcId="{0BCB74E1-9C13-47F2-A549-2EF9408BE59C}" destId="{F96DAB6C-A1B9-41AB-8D6A-06550B7A2153}" srcOrd="5" destOrd="0" presId="urn:microsoft.com/office/officeart/2005/8/layout/vList5"/>
    <dgm:cxn modelId="{88DACA15-58C4-4F72-AD31-1E6A6174594F}" type="presParOf" srcId="{0BCB74E1-9C13-47F2-A549-2EF9408BE59C}" destId="{9620F3DA-A995-4DD1-83B4-1765E17B913D}" srcOrd="6" destOrd="0" presId="urn:microsoft.com/office/officeart/2005/8/layout/vList5"/>
    <dgm:cxn modelId="{CABF16B8-5322-4C8E-8D4B-4AF915FDC837}" type="presParOf" srcId="{9620F3DA-A995-4DD1-83B4-1765E17B913D}" destId="{B662B6D1-CB5F-49C4-996F-08C988740AE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48238E7-57D8-4E1F-85D0-B5610D2C3B0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42F245-6843-4184-8922-ED95559854AC}">
      <dgm:prSet/>
      <dgm:spPr/>
      <dgm:t>
        <a:bodyPr/>
        <a:lstStyle/>
        <a:p>
          <a:r>
            <a:rPr lang="en-US"/>
            <a:t>Atributos: origem (orig) e direção (dir)</a:t>
          </a:r>
        </a:p>
      </dgm:t>
    </dgm:pt>
    <dgm:pt modelId="{930D55D3-81D7-4EAF-90D3-79ED529D19F3}" type="parTrans" cxnId="{511216BA-AFF1-4A60-8FA8-E947BB38705D}">
      <dgm:prSet/>
      <dgm:spPr/>
      <dgm:t>
        <a:bodyPr/>
        <a:lstStyle/>
        <a:p>
          <a:endParaRPr lang="en-US"/>
        </a:p>
      </dgm:t>
    </dgm:pt>
    <dgm:pt modelId="{04F1B615-D297-401A-BA0E-D9E5580669C6}" type="sibTrans" cxnId="{511216BA-AFF1-4A60-8FA8-E947BB38705D}">
      <dgm:prSet/>
      <dgm:spPr/>
      <dgm:t>
        <a:bodyPr/>
        <a:lstStyle/>
        <a:p>
          <a:endParaRPr lang="en-US"/>
        </a:p>
      </dgm:t>
    </dgm:pt>
    <dgm:pt modelId="{B9A75039-2B66-49D0-9CE4-0EA9A11E8D42}">
      <dgm:prSet/>
      <dgm:spPr/>
      <dgm:t>
        <a:bodyPr/>
        <a:lstStyle/>
        <a:p>
          <a:r>
            <a:rPr lang="en-US"/>
            <a:t>Direção normalizada no construtor</a:t>
          </a:r>
        </a:p>
      </dgm:t>
    </dgm:pt>
    <dgm:pt modelId="{11A5D8C2-67B5-415A-A2BD-DB5B2473BD13}" type="parTrans" cxnId="{37BF9D70-1CF9-4D2E-86B7-3AA1FEB0133E}">
      <dgm:prSet/>
      <dgm:spPr/>
      <dgm:t>
        <a:bodyPr/>
        <a:lstStyle/>
        <a:p>
          <a:endParaRPr lang="en-US"/>
        </a:p>
      </dgm:t>
    </dgm:pt>
    <dgm:pt modelId="{287AE47C-A655-42E9-B7FB-DF70B07A6078}" type="sibTrans" cxnId="{37BF9D70-1CF9-4D2E-86B7-3AA1FEB0133E}">
      <dgm:prSet/>
      <dgm:spPr/>
      <dgm:t>
        <a:bodyPr/>
        <a:lstStyle/>
        <a:p>
          <a:endParaRPr lang="en-US"/>
        </a:p>
      </dgm:t>
    </dgm:pt>
    <dgm:pt modelId="{D990D33A-D2CA-45A2-97FB-CA544BE9FF47}">
      <dgm:prSet/>
      <dgm:spPr/>
      <dgm:t>
        <a:bodyPr/>
        <a:lstStyle/>
        <a:p>
          <a:r>
            <a:rPr lang="en-US"/>
            <a:t>Um raio é criado por pixel durante o render</a:t>
          </a:r>
        </a:p>
      </dgm:t>
    </dgm:pt>
    <dgm:pt modelId="{72B9B5F5-B17C-4E9E-B214-4C71FFFF8460}" type="parTrans" cxnId="{5D4675FB-8548-4CA7-96A3-E7C46483F75B}">
      <dgm:prSet/>
      <dgm:spPr/>
      <dgm:t>
        <a:bodyPr/>
        <a:lstStyle/>
        <a:p>
          <a:endParaRPr lang="en-US"/>
        </a:p>
      </dgm:t>
    </dgm:pt>
    <dgm:pt modelId="{4FB71B09-F0FE-452D-81DB-D60F772EA866}" type="sibTrans" cxnId="{5D4675FB-8548-4CA7-96A3-E7C46483F75B}">
      <dgm:prSet/>
      <dgm:spPr/>
      <dgm:t>
        <a:bodyPr/>
        <a:lstStyle/>
        <a:p>
          <a:endParaRPr lang="en-US"/>
        </a:p>
      </dgm:t>
    </dgm:pt>
    <dgm:pt modelId="{53D0164A-3220-457E-9039-FE88CFA44E42}" type="pres">
      <dgm:prSet presAssocID="{D48238E7-57D8-4E1F-85D0-B5610D2C3B07}" presName="diagram" presStyleCnt="0">
        <dgm:presLayoutVars>
          <dgm:dir/>
          <dgm:resizeHandles val="exact"/>
        </dgm:presLayoutVars>
      </dgm:prSet>
      <dgm:spPr/>
    </dgm:pt>
    <dgm:pt modelId="{E0D5C3B1-1F27-4305-A428-976E43C6FCBE}" type="pres">
      <dgm:prSet presAssocID="{8442F245-6843-4184-8922-ED95559854AC}" presName="node" presStyleLbl="node1" presStyleIdx="0" presStyleCnt="3">
        <dgm:presLayoutVars>
          <dgm:bulletEnabled val="1"/>
        </dgm:presLayoutVars>
      </dgm:prSet>
      <dgm:spPr/>
    </dgm:pt>
    <dgm:pt modelId="{C5398BAB-C19A-4711-8FBA-53949B681D8E}" type="pres">
      <dgm:prSet presAssocID="{04F1B615-D297-401A-BA0E-D9E5580669C6}" presName="sibTrans" presStyleCnt="0"/>
      <dgm:spPr/>
    </dgm:pt>
    <dgm:pt modelId="{CB24E778-9E73-4A84-84BC-7BD3F5F43C54}" type="pres">
      <dgm:prSet presAssocID="{B9A75039-2B66-49D0-9CE4-0EA9A11E8D42}" presName="node" presStyleLbl="node1" presStyleIdx="1" presStyleCnt="3">
        <dgm:presLayoutVars>
          <dgm:bulletEnabled val="1"/>
        </dgm:presLayoutVars>
      </dgm:prSet>
      <dgm:spPr/>
    </dgm:pt>
    <dgm:pt modelId="{D512845C-AFCE-46EF-9FE8-7D8C9E52B424}" type="pres">
      <dgm:prSet presAssocID="{287AE47C-A655-42E9-B7FB-DF70B07A6078}" presName="sibTrans" presStyleCnt="0"/>
      <dgm:spPr/>
    </dgm:pt>
    <dgm:pt modelId="{1512486C-7FEF-4362-9574-80E74A711BF8}" type="pres">
      <dgm:prSet presAssocID="{D990D33A-D2CA-45A2-97FB-CA544BE9FF47}" presName="node" presStyleLbl="node1" presStyleIdx="2" presStyleCnt="3">
        <dgm:presLayoutVars>
          <dgm:bulletEnabled val="1"/>
        </dgm:presLayoutVars>
      </dgm:prSet>
      <dgm:spPr/>
    </dgm:pt>
  </dgm:ptLst>
  <dgm:cxnLst>
    <dgm:cxn modelId="{51B83B1F-45AC-4167-BC90-E734224A3CBA}" type="presOf" srcId="{B9A75039-2B66-49D0-9CE4-0EA9A11E8D42}" destId="{CB24E778-9E73-4A84-84BC-7BD3F5F43C54}" srcOrd="0" destOrd="0" presId="urn:microsoft.com/office/officeart/2005/8/layout/default"/>
    <dgm:cxn modelId="{37BF9D70-1CF9-4D2E-86B7-3AA1FEB0133E}" srcId="{D48238E7-57D8-4E1F-85D0-B5610D2C3B07}" destId="{B9A75039-2B66-49D0-9CE4-0EA9A11E8D42}" srcOrd="1" destOrd="0" parTransId="{11A5D8C2-67B5-415A-A2BD-DB5B2473BD13}" sibTransId="{287AE47C-A655-42E9-B7FB-DF70B07A6078}"/>
    <dgm:cxn modelId="{49FD9F72-8B9C-424C-853D-62B74817A74B}" type="presOf" srcId="{8442F245-6843-4184-8922-ED95559854AC}" destId="{E0D5C3B1-1F27-4305-A428-976E43C6FCBE}" srcOrd="0" destOrd="0" presId="urn:microsoft.com/office/officeart/2005/8/layout/default"/>
    <dgm:cxn modelId="{5992B89D-DEC8-492C-94D4-A1D4BE63D581}" type="presOf" srcId="{D48238E7-57D8-4E1F-85D0-B5610D2C3B07}" destId="{53D0164A-3220-457E-9039-FE88CFA44E42}" srcOrd="0" destOrd="0" presId="urn:microsoft.com/office/officeart/2005/8/layout/default"/>
    <dgm:cxn modelId="{D79201A2-BDA8-4232-9D80-42A5BF2B1E3D}" type="presOf" srcId="{D990D33A-D2CA-45A2-97FB-CA544BE9FF47}" destId="{1512486C-7FEF-4362-9574-80E74A711BF8}" srcOrd="0" destOrd="0" presId="urn:microsoft.com/office/officeart/2005/8/layout/default"/>
    <dgm:cxn modelId="{511216BA-AFF1-4A60-8FA8-E947BB38705D}" srcId="{D48238E7-57D8-4E1F-85D0-B5610D2C3B07}" destId="{8442F245-6843-4184-8922-ED95559854AC}" srcOrd="0" destOrd="0" parTransId="{930D55D3-81D7-4EAF-90D3-79ED529D19F3}" sibTransId="{04F1B615-D297-401A-BA0E-D9E5580669C6}"/>
    <dgm:cxn modelId="{5D4675FB-8548-4CA7-96A3-E7C46483F75B}" srcId="{D48238E7-57D8-4E1F-85D0-B5610D2C3B07}" destId="{D990D33A-D2CA-45A2-97FB-CA544BE9FF47}" srcOrd="2" destOrd="0" parTransId="{72B9B5F5-B17C-4E9E-B214-4C71FFFF8460}" sibTransId="{4FB71B09-F0FE-452D-81DB-D60F772EA866}"/>
    <dgm:cxn modelId="{F64ECC65-1F41-4D2A-AEF7-ACE0E7B6E623}" type="presParOf" srcId="{53D0164A-3220-457E-9039-FE88CFA44E42}" destId="{E0D5C3B1-1F27-4305-A428-976E43C6FCBE}" srcOrd="0" destOrd="0" presId="urn:microsoft.com/office/officeart/2005/8/layout/default"/>
    <dgm:cxn modelId="{FA694992-2633-4735-9942-31E75FBA3EB8}" type="presParOf" srcId="{53D0164A-3220-457E-9039-FE88CFA44E42}" destId="{C5398BAB-C19A-4711-8FBA-53949B681D8E}" srcOrd="1" destOrd="0" presId="urn:microsoft.com/office/officeart/2005/8/layout/default"/>
    <dgm:cxn modelId="{9C800B01-4C20-4DDC-B886-61BD7B25461F}" type="presParOf" srcId="{53D0164A-3220-457E-9039-FE88CFA44E42}" destId="{CB24E778-9E73-4A84-84BC-7BD3F5F43C54}" srcOrd="2" destOrd="0" presId="urn:microsoft.com/office/officeart/2005/8/layout/default"/>
    <dgm:cxn modelId="{7D71A525-D097-412F-9E06-467D8E4C3BEA}" type="presParOf" srcId="{53D0164A-3220-457E-9039-FE88CFA44E42}" destId="{D512845C-AFCE-46EF-9FE8-7D8C9E52B424}" srcOrd="3" destOrd="0" presId="urn:microsoft.com/office/officeart/2005/8/layout/default"/>
    <dgm:cxn modelId="{07F7735F-C9EC-4978-AB91-80E4D033D39D}" type="presParOf" srcId="{53D0164A-3220-457E-9039-FE88CFA44E42}" destId="{1512486C-7FEF-4362-9574-80E74A711BF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FFDE93D-9F72-4C16-B225-A9BCF2C185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7A8D6B6-4698-46A6-9BC8-4B726C91EA51}">
      <dgm:prSet/>
      <dgm:spPr/>
      <dgm:t>
        <a:bodyPr/>
        <a:lstStyle/>
        <a:p>
          <a:pPr>
            <a:defRPr cap="all"/>
          </a:pPr>
          <a:r>
            <a:rPr lang="en-US"/>
            <a:t>Atributos: centro, raio, cor</a:t>
          </a:r>
        </a:p>
      </dgm:t>
    </dgm:pt>
    <dgm:pt modelId="{6FC04C20-95D6-4C31-B97A-8AA836D593F7}" type="parTrans" cxnId="{ED58BDF7-B619-4D75-AB46-CD83C1771CC2}">
      <dgm:prSet/>
      <dgm:spPr/>
      <dgm:t>
        <a:bodyPr/>
        <a:lstStyle/>
        <a:p>
          <a:endParaRPr lang="en-US"/>
        </a:p>
      </dgm:t>
    </dgm:pt>
    <dgm:pt modelId="{8F5B22CF-2149-45B3-A306-D2F236FC12FD}" type="sibTrans" cxnId="{ED58BDF7-B619-4D75-AB46-CD83C1771CC2}">
      <dgm:prSet/>
      <dgm:spPr/>
      <dgm:t>
        <a:bodyPr/>
        <a:lstStyle/>
        <a:p>
          <a:endParaRPr lang="en-US"/>
        </a:p>
      </dgm:t>
    </dgm:pt>
    <dgm:pt modelId="{27B780AA-581A-4A4E-82F6-EE9B0865F0F4}">
      <dgm:prSet/>
      <dgm:spPr/>
      <dgm:t>
        <a:bodyPr/>
        <a:lstStyle/>
        <a:p>
          <a:pPr>
            <a:defRPr cap="all"/>
          </a:pPr>
          <a:r>
            <a:rPr lang="en-US"/>
            <a:t>Propriedades de material: specular, reflective</a:t>
          </a:r>
        </a:p>
      </dgm:t>
    </dgm:pt>
    <dgm:pt modelId="{C82C9494-A866-4DF6-9D5C-3A36543A95DB}" type="parTrans" cxnId="{1F968235-C92C-49A2-A6D8-6F5A20ED872D}">
      <dgm:prSet/>
      <dgm:spPr/>
      <dgm:t>
        <a:bodyPr/>
        <a:lstStyle/>
        <a:p>
          <a:endParaRPr lang="en-US"/>
        </a:p>
      </dgm:t>
    </dgm:pt>
    <dgm:pt modelId="{3AF11B76-BA93-4A05-A063-F79136BD8588}" type="sibTrans" cxnId="{1F968235-C92C-49A2-A6D8-6F5A20ED872D}">
      <dgm:prSet/>
      <dgm:spPr/>
      <dgm:t>
        <a:bodyPr/>
        <a:lstStyle/>
        <a:p>
          <a:endParaRPr lang="en-US"/>
        </a:p>
      </dgm:t>
    </dgm:pt>
    <dgm:pt modelId="{532762F0-031A-4EA4-B450-6034E4F4D8E0}">
      <dgm:prSet/>
      <dgm:spPr/>
      <dgm:t>
        <a:bodyPr/>
        <a:lstStyle/>
        <a:p>
          <a:pPr>
            <a:defRPr cap="all"/>
          </a:pPr>
          <a:r>
            <a:rPr lang="en-US"/>
            <a:t>Método intersect resolve a equação quadrática</a:t>
          </a:r>
        </a:p>
      </dgm:t>
    </dgm:pt>
    <dgm:pt modelId="{E76417CD-9254-4636-9DE5-A28569E24AEB}" type="parTrans" cxnId="{EBC32060-A965-4B1C-87C4-6D55999B8894}">
      <dgm:prSet/>
      <dgm:spPr/>
      <dgm:t>
        <a:bodyPr/>
        <a:lstStyle/>
        <a:p>
          <a:endParaRPr lang="en-US"/>
        </a:p>
      </dgm:t>
    </dgm:pt>
    <dgm:pt modelId="{6117D699-2F87-4B15-96B6-7A4D50E7240D}" type="sibTrans" cxnId="{EBC32060-A965-4B1C-87C4-6D55999B8894}">
      <dgm:prSet/>
      <dgm:spPr/>
      <dgm:t>
        <a:bodyPr/>
        <a:lstStyle/>
        <a:p>
          <a:endParaRPr lang="en-US"/>
        </a:p>
      </dgm:t>
    </dgm:pt>
    <dgm:pt modelId="{6DB0AE16-C5E7-44ED-B824-3F1200BFECBC}">
      <dgm:prSet/>
      <dgm:spPr/>
      <dgm:t>
        <a:bodyPr/>
        <a:lstStyle/>
        <a:p>
          <a:pPr>
            <a:defRPr cap="all"/>
          </a:pPr>
          <a:r>
            <a:rPr lang="en-US"/>
            <a:t>Retorna t (distância) da interseção mais próxima</a:t>
          </a:r>
        </a:p>
      </dgm:t>
    </dgm:pt>
    <dgm:pt modelId="{DB748FB9-61A9-45B0-9EC1-DB3DD067D656}" type="parTrans" cxnId="{5DA000A7-7146-424C-9EEF-37E40ECB8164}">
      <dgm:prSet/>
      <dgm:spPr/>
      <dgm:t>
        <a:bodyPr/>
        <a:lstStyle/>
        <a:p>
          <a:endParaRPr lang="en-US"/>
        </a:p>
      </dgm:t>
    </dgm:pt>
    <dgm:pt modelId="{96730716-C0BD-43E4-8496-F35FE24A8FFA}" type="sibTrans" cxnId="{5DA000A7-7146-424C-9EEF-37E40ECB8164}">
      <dgm:prSet/>
      <dgm:spPr/>
      <dgm:t>
        <a:bodyPr/>
        <a:lstStyle/>
        <a:p>
          <a:endParaRPr lang="en-US"/>
        </a:p>
      </dgm:t>
    </dgm:pt>
    <dgm:pt modelId="{C81E5102-F1EF-4985-A493-D7200F193542}" type="pres">
      <dgm:prSet presAssocID="{8FFDE93D-9F72-4C16-B225-A9BCF2C1851A}" presName="root" presStyleCnt="0">
        <dgm:presLayoutVars>
          <dgm:dir/>
          <dgm:resizeHandles val="exact"/>
        </dgm:presLayoutVars>
      </dgm:prSet>
      <dgm:spPr/>
    </dgm:pt>
    <dgm:pt modelId="{95367479-5C3B-4109-B81E-D2AD27BDBACF}" type="pres">
      <dgm:prSet presAssocID="{67A8D6B6-4698-46A6-9BC8-4B726C91EA51}" presName="compNode" presStyleCnt="0"/>
      <dgm:spPr/>
    </dgm:pt>
    <dgm:pt modelId="{865FD415-3085-42B2-89D8-3DD9F5BAEF9E}" type="pres">
      <dgm:prSet presAssocID="{67A8D6B6-4698-46A6-9BC8-4B726C91EA51}" presName="iconBgRect" presStyleLbl="bgShp" presStyleIdx="0" presStyleCnt="4"/>
      <dgm:spPr/>
    </dgm:pt>
    <dgm:pt modelId="{6097451A-88F7-4DA2-8F50-D047BCAFDF6E}" type="pres">
      <dgm:prSet presAssocID="{67A8D6B6-4698-46A6-9BC8-4B726C91EA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642B8E9F-889C-4B1C-AE52-2394ECCAC14C}" type="pres">
      <dgm:prSet presAssocID="{67A8D6B6-4698-46A6-9BC8-4B726C91EA51}" presName="spaceRect" presStyleCnt="0"/>
      <dgm:spPr/>
    </dgm:pt>
    <dgm:pt modelId="{DF9ED525-B7CA-46E0-BB3D-BDD9925A2B40}" type="pres">
      <dgm:prSet presAssocID="{67A8D6B6-4698-46A6-9BC8-4B726C91EA51}" presName="textRect" presStyleLbl="revTx" presStyleIdx="0" presStyleCnt="4">
        <dgm:presLayoutVars>
          <dgm:chMax val="1"/>
          <dgm:chPref val="1"/>
        </dgm:presLayoutVars>
      </dgm:prSet>
      <dgm:spPr/>
    </dgm:pt>
    <dgm:pt modelId="{663F1098-D863-4876-9EF6-9B4ACC08642F}" type="pres">
      <dgm:prSet presAssocID="{8F5B22CF-2149-45B3-A306-D2F236FC12FD}" presName="sibTrans" presStyleCnt="0"/>
      <dgm:spPr/>
    </dgm:pt>
    <dgm:pt modelId="{B432FC31-1C33-4979-A2EC-006122145327}" type="pres">
      <dgm:prSet presAssocID="{27B780AA-581A-4A4E-82F6-EE9B0865F0F4}" presName="compNode" presStyleCnt="0"/>
      <dgm:spPr/>
    </dgm:pt>
    <dgm:pt modelId="{B30A88DA-C867-45FE-96D8-93554D48398C}" type="pres">
      <dgm:prSet presAssocID="{27B780AA-581A-4A4E-82F6-EE9B0865F0F4}" presName="iconBgRect" presStyleLbl="bgShp" presStyleIdx="1" presStyleCnt="4"/>
      <dgm:spPr/>
    </dgm:pt>
    <dgm:pt modelId="{60161168-6A70-439E-B574-5B3BFC4CE8B5}" type="pres">
      <dgm:prSet presAssocID="{27B780AA-581A-4A4E-82F6-EE9B0865F0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ifício"/>
        </a:ext>
      </dgm:extLst>
    </dgm:pt>
    <dgm:pt modelId="{51E23110-641D-4843-89AD-E92677E0D0F6}" type="pres">
      <dgm:prSet presAssocID="{27B780AA-581A-4A4E-82F6-EE9B0865F0F4}" presName="spaceRect" presStyleCnt="0"/>
      <dgm:spPr/>
    </dgm:pt>
    <dgm:pt modelId="{32A7136D-51D7-4735-9DEA-6EE40E1D8D89}" type="pres">
      <dgm:prSet presAssocID="{27B780AA-581A-4A4E-82F6-EE9B0865F0F4}" presName="textRect" presStyleLbl="revTx" presStyleIdx="1" presStyleCnt="4">
        <dgm:presLayoutVars>
          <dgm:chMax val="1"/>
          <dgm:chPref val="1"/>
        </dgm:presLayoutVars>
      </dgm:prSet>
      <dgm:spPr/>
    </dgm:pt>
    <dgm:pt modelId="{63364AB8-5E4E-4A13-A9B5-561087AFDC63}" type="pres">
      <dgm:prSet presAssocID="{3AF11B76-BA93-4A05-A063-F79136BD8588}" presName="sibTrans" presStyleCnt="0"/>
      <dgm:spPr/>
    </dgm:pt>
    <dgm:pt modelId="{066EDB28-1E22-4164-9AFF-D76330FC14B6}" type="pres">
      <dgm:prSet presAssocID="{532762F0-031A-4EA4-B450-6034E4F4D8E0}" presName="compNode" presStyleCnt="0"/>
      <dgm:spPr/>
    </dgm:pt>
    <dgm:pt modelId="{33A0CDC3-E9B2-4CC9-BDD2-FA382217C90C}" type="pres">
      <dgm:prSet presAssocID="{532762F0-031A-4EA4-B450-6034E4F4D8E0}" presName="iconBgRect" presStyleLbl="bgShp" presStyleIdx="2" presStyleCnt="4"/>
      <dgm:spPr/>
    </dgm:pt>
    <dgm:pt modelId="{59AAED23-DEA7-46FE-9A6C-D782429260D6}" type="pres">
      <dgm:prSet presAssocID="{532762F0-031A-4EA4-B450-6034E4F4D8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6CA6575D-CB8A-4914-B0D7-F086E63B06F3}" type="pres">
      <dgm:prSet presAssocID="{532762F0-031A-4EA4-B450-6034E4F4D8E0}" presName="spaceRect" presStyleCnt="0"/>
      <dgm:spPr/>
    </dgm:pt>
    <dgm:pt modelId="{D9347AEB-C128-4107-912A-15DAD0163A8C}" type="pres">
      <dgm:prSet presAssocID="{532762F0-031A-4EA4-B450-6034E4F4D8E0}" presName="textRect" presStyleLbl="revTx" presStyleIdx="2" presStyleCnt="4">
        <dgm:presLayoutVars>
          <dgm:chMax val="1"/>
          <dgm:chPref val="1"/>
        </dgm:presLayoutVars>
      </dgm:prSet>
      <dgm:spPr/>
    </dgm:pt>
    <dgm:pt modelId="{9DB99C5C-AAB1-482E-A312-1D45FF7E80C0}" type="pres">
      <dgm:prSet presAssocID="{6117D699-2F87-4B15-96B6-7A4D50E7240D}" presName="sibTrans" presStyleCnt="0"/>
      <dgm:spPr/>
    </dgm:pt>
    <dgm:pt modelId="{EFEA67B9-D93B-44AD-81C0-7A466231EF6F}" type="pres">
      <dgm:prSet presAssocID="{6DB0AE16-C5E7-44ED-B824-3F1200BFECBC}" presName="compNode" presStyleCnt="0"/>
      <dgm:spPr/>
    </dgm:pt>
    <dgm:pt modelId="{18EA7D4B-9404-4246-A33B-0309E35AAC5B}" type="pres">
      <dgm:prSet presAssocID="{6DB0AE16-C5E7-44ED-B824-3F1200BFECBC}" presName="iconBgRect" presStyleLbl="bgShp" presStyleIdx="3" presStyleCnt="4"/>
      <dgm:spPr/>
    </dgm:pt>
    <dgm:pt modelId="{CC182A71-E343-42AC-8B42-75F5D81D276B}" type="pres">
      <dgm:prSet presAssocID="{6DB0AE16-C5E7-44ED-B824-3F1200BFEC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ência"/>
        </a:ext>
      </dgm:extLst>
    </dgm:pt>
    <dgm:pt modelId="{7CD5AD03-9E07-4BFB-88B8-0527420D5161}" type="pres">
      <dgm:prSet presAssocID="{6DB0AE16-C5E7-44ED-B824-3F1200BFECBC}" presName="spaceRect" presStyleCnt="0"/>
      <dgm:spPr/>
    </dgm:pt>
    <dgm:pt modelId="{07311321-2A9D-4566-9054-30D2DC3F117E}" type="pres">
      <dgm:prSet presAssocID="{6DB0AE16-C5E7-44ED-B824-3F1200BFEC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0BDF10-E71C-4CFF-A046-4D31EED6EF24}" type="presOf" srcId="{27B780AA-581A-4A4E-82F6-EE9B0865F0F4}" destId="{32A7136D-51D7-4735-9DEA-6EE40E1D8D89}" srcOrd="0" destOrd="0" presId="urn:microsoft.com/office/officeart/2018/5/layout/IconCircleLabelList"/>
    <dgm:cxn modelId="{CA3E5A1B-1891-4DED-9084-665C7ECC3814}" type="presOf" srcId="{8FFDE93D-9F72-4C16-B225-A9BCF2C1851A}" destId="{C81E5102-F1EF-4985-A493-D7200F193542}" srcOrd="0" destOrd="0" presId="urn:microsoft.com/office/officeart/2018/5/layout/IconCircleLabelList"/>
    <dgm:cxn modelId="{1F968235-C92C-49A2-A6D8-6F5A20ED872D}" srcId="{8FFDE93D-9F72-4C16-B225-A9BCF2C1851A}" destId="{27B780AA-581A-4A4E-82F6-EE9B0865F0F4}" srcOrd="1" destOrd="0" parTransId="{C82C9494-A866-4DF6-9D5C-3A36543A95DB}" sibTransId="{3AF11B76-BA93-4A05-A063-F79136BD8588}"/>
    <dgm:cxn modelId="{F32FD35F-0606-41FA-B340-5DDCFE9CF719}" type="presOf" srcId="{67A8D6B6-4698-46A6-9BC8-4B726C91EA51}" destId="{DF9ED525-B7CA-46E0-BB3D-BDD9925A2B40}" srcOrd="0" destOrd="0" presId="urn:microsoft.com/office/officeart/2018/5/layout/IconCircleLabelList"/>
    <dgm:cxn modelId="{EBC32060-A965-4B1C-87C4-6D55999B8894}" srcId="{8FFDE93D-9F72-4C16-B225-A9BCF2C1851A}" destId="{532762F0-031A-4EA4-B450-6034E4F4D8E0}" srcOrd="2" destOrd="0" parTransId="{E76417CD-9254-4636-9DE5-A28569E24AEB}" sibTransId="{6117D699-2F87-4B15-96B6-7A4D50E7240D}"/>
    <dgm:cxn modelId="{EA8EB974-165D-4B0B-9E3B-D1F94EAAA051}" type="presOf" srcId="{532762F0-031A-4EA4-B450-6034E4F4D8E0}" destId="{D9347AEB-C128-4107-912A-15DAD0163A8C}" srcOrd="0" destOrd="0" presId="urn:microsoft.com/office/officeart/2018/5/layout/IconCircleLabelList"/>
    <dgm:cxn modelId="{5DA000A7-7146-424C-9EEF-37E40ECB8164}" srcId="{8FFDE93D-9F72-4C16-B225-A9BCF2C1851A}" destId="{6DB0AE16-C5E7-44ED-B824-3F1200BFECBC}" srcOrd="3" destOrd="0" parTransId="{DB748FB9-61A9-45B0-9EC1-DB3DD067D656}" sibTransId="{96730716-C0BD-43E4-8496-F35FE24A8FFA}"/>
    <dgm:cxn modelId="{259805DD-065A-4453-B0A0-CE9075A945E3}" type="presOf" srcId="{6DB0AE16-C5E7-44ED-B824-3F1200BFECBC}" destId="{07311321-2A9D-4566-9054-30D2DC3F117E}" srcOrd="0" destOrd="0" presId="urn:microsoft.com/office/officeart/2018/5/layout/IconCircleLabelList"/>
    <dgm:cxn modelId="{ED58BDF7-B619-4D75-AB46-CD83C1771CC2}" srcId="{8FFDE93D-9F72-4C16-B225-A9BCF2C1851A}" destId="{67A8D6B6-4698-46A6-9BC8-4B726C91EA51}" srcOrd="0" destOrd="0" parTransId="{6FC04C20-95D6-4C31-B97A-8AA836D593F7}" sibTransId="{8F5B22CF-2149-45B3-A306-D2F236FC12FD}"/>
    <dgm:cxn modelId="{B6D01B87-9FCB-43B0-90CE-60569F0C84D3}" type="presParOf" srcId="{C81E5102-F1EF-4985-A493-D7200F193542}" destId="{95367479-5C3B-4109-B81E-D2AD27BDBACF}" srcOrd="0" destOrd="0" presId="urn:microsoft.com/office/officeart/2018/5/layout/IconCircleLabelList"/>
    <dgm:cxn modelId="{B32E5CA1-25C3-4CC4-94A0-647FDE8DFA17}" type="presParOf" srcId="{95367479-5C3B-4109-B81E-D2AD27BDBACF}" destId="{865FD415-3085-42B2-89D8-3DD9F5BAEF9E}" srcOrd="0" destOrd="0" presId="urn:microsoft.com/office/officeart/2018/5/layout/IconCircleLabelList"/>
    <dgm:cxn modelId="{776FC0A7-EB9C-4EFB-A929-A49316E732DD}" type="presParOf" srcId="{95367479-5C3B-4109-B81E-D2AD27BDBACF}" destId="{6097451A-88F7-4DA2-8F50-D047BCAFDF6E}" srcOrd="1" destOrd="0" presId="urn:microsoft.com/office/officeart/2018/5/layout/IconCircleLabelList"/>
    <dgm:cxn modelId="{11579D34-2BCE-4CDC-99C8-7BF0BD28532D}" type="presParOf" srcId="{95367479-5C3B-4109-B81E-D2AD27BDBACF}" destId="{642B8E9F-889C-4B1C-AE52-2394ECCAC14C}" srcOrd="2" destOrd="0" presId="urn:microsoft.com/office/officeart/2018/5/layout/IconCircleLabelList"/>
    <dgm:cxn modelId="{E48C55B6-1189-4A4E-8211-C337D3272866}" type="presParOf" srcId="{95367479-5C3B-4109-B81E-D2AD27BDBACF}" destId="{DF9ED525-B7CA-46E0-BB3D-BDD9925A2B40}" srcOrd="3" destOrd="0" presId="urn:microsoft.com/office/officeart/2018/5/layout/IconCircleLabelList"/>
    <dgm:cxn modelId="{14CFBB09-8E0F-4C86-9AED-841DB11EC90A}" type="presParOf" srcId="{C81E5102-F1EF-4985-A493-D7200F193542}" destId="{663F1098-D863-4876-9EF6-9B4ACC08642F}" srcOrd="1" destOrd="0" presId="urn:microsoft.com/office/officeart/2018/5/layout/IconCircleLabelList"/>
    <dgm:cxn modelId="{5E0F716F-893B-4DB3-A2E9-7D9AA7F2F419}" type="presParOf" srcId="{C81E5102-F1EF-4985-A493-D7200F193542}" destId="{B432FC31-1C33-4979-A2EC-006122145327}" srcOrd="2" destOrd="0" presId="urn:microsoft.com/office/officeart/2018/5/layout/IconCircleLabelList"/>
    <dgm:cxn modelId="{8DE80D35-8CD2-4EEC-871B-1D299A649B2F}" type="presParOf" srcId="{B432FC31-1C33-4979-A2EC-006122145327}" destId="{B30A88DA-C867-45FE-96D8-93554D48398C}" srcOrd="0" destOrd="0" presId="urn:microsoft.com/office/officeart/2018/5/layout/IconCircleLabelList"/>
    <dgm:cxn modelId="{3949BB91-A528-45CD-A40D-F7E55399749C}" type="presParOf" srcId="{B432FC31-1C33-4979-A2EC-006122145327}" destId="{60161168-6A70-439E-B574-5B3BFC4CE8B5}" srcOrd="1" destOrd="0" presId="urn:microsoft.com/office/officeart/2018/5/layout/IconCircleLabelList"/>
    <dgm:cxn modelId="{D4EDB96B-9D61-4DB1-94D5-D99455F32780}" type="presParOf" srcId="{B432FC31-1C33-4979-A2EC-006122145327}" destId="{51E23110-641D-4843-89AD-E92677E0D0F6}" srcOrd="2" destOrd="0" presId="urn:microsoft.com/office/officeart/2018/5/layout/IconCircleLabelList"/>
    <dgm:cxn modelId="{ED891739-E55F-4562-AC07-11AFC7432F1A}" type="presParOf" srcId="{B432FC31-1C33-4979-A2EC-006122145327}" destId="{32A7136D-51D7-4735-9DEA-6EE40E1D8D89}" srcOrd="3" destOrd="0" presId="urn:microsoft.com/office/officeart/2018/5/layout/IconCircleLabelList"/>
    <dgm:cxn modelId="{68478214-A978-42A1-96DC-F45B63B33E9F}" type="presParOf" srcId="{C81E5102-F1EF-4985-A493-D7200F193542}" destId="{63364AB8-5E4E-4A13-A9B5-561087AFDC63}" srcOrd="3" destOrd="0" presId="urn:microsoft.com/office/officeart/2018/5/layout/IconCircleLabelList"/>
    <dgm:cxn modelId="{002C7C85-C025-4778-BC35-162ADC80228F}" type="presParOf" srcId="{C81E5102-F1EF-4985-A493-D7200F193542}" destId="{066EDB28-1E22-4164-9AFF-D76330FC14B6}" srcOrd="4" destOrd="0" presId="urn:microsoft.com/office/officeart/2018/5/layout/IconCircleLabelList"/>
    <dgm:cxn modelId="{2B1D4DA9-4D11-4A69-A769-66C1CC8DBE66}" type="presParOf" srcId="{066EDB28-1E22-4164-9AFF-D76330FC14B6}" destId="{33A0CDC3-E9B2-4CC9-BDD2-FA382217C90C}" srcOrd="0" destOrd="0" presId="urn:microsoft.com/office/officeart/2018/5/layout/IconCircleLabelList"/>
    <dgm:cxn modelId="{EA8E4858-E3B9-42E1-99CF-67003E242D2F}" type="presParOf" srcId="{066EDB28-1E22-4164-9AFF-D76330FC14B6}" destId="{59AAED23-DEA7-46FE-9A6C-D782429260D6}" srcOrd="1" destOrd="0" presId="urn:microsoft.com/office/officeart/2018/5/layout/IconCircleLabelList"/>
    <dgm:cxn modelId="{622162E7-F6AF-461E-86B9-F4D9CF2DDF25}" type="presParOf" srcId="{066EDB28-1E22-4164-9AFF-D76330FC14B6}" destId="{6CA6575D-CB8A-4914-B0D7-F086E63B06F3}" srcOrd="2" destOrd="0" presId="urn:microsoft.com/office/officeart/2018/5/layout/IconCircleLabelList"/>
    <dgm:cxn modelId="{33341525-2550-4AD3-B8BB-0ADF65AB5A98}" type="presParOf" srcId="{066EDB28-1E22-4164-9AFF-D76330FC14B6}" destId="{D9347AEB-C128-4107-912A-15DAD0163A8C}" srcOrd="3" destOrd="0" presId="urn:microsoft.com/office/officeart/2018/5/layout/IconCircleLabelList"/>
    <dgm:cxn modelId="{4E318A88-FD42-4C78-B7EA-FD48F8586D9F}" type="presParOf" srcId="{C81E5102-F1EF-4985-A493-D7200F193542}" destId="{9DB99C5C-AAB1-482E-A312-1D45FF7E80C0}" srcOrd="5" destOrd="0" presId="urn:microsoft.com/office/officeart/2018/5/layout/IconCircleLabelList"/>
    <dgm:cxn modelId="{F89B09C1-B638-4956-90B1-866EFA67BEE5}" type="presParOf" srcId="{C81E5102-F1EF-4985-A493-D7200F193542}" destId="{EFEA67B9-D93B-44AD-81C0-7A466231EF6F}" srcOrd="6" destOrd="0" presId="urn:microsoft.com/office/officeart/2018/5/layout/IconCircleLabelList"/>
    <dgm:cxn modelId="{CD84C084-D75A-4A6E-A954-E43C0271EFDA}" type="presParOf" srcId="{EFEA67B9-D93B-44AD-81C0-7A466231EF6F}" destId="{18EA7D4B-9404-4246-A33B-0309E35AAC5B}" srcOrd="0" destOrd="0" presId="urn:microsoft.com/office/officeart/2018/5/layout/IconCircleLabelList"/>
    <dgm:cxn modelId="{EDAD5F74-ED4E-4910-9FA1-845F94F12224}" type="presParOf" srcId="{EFEA67B9-D93B-44AD-81C0-7A466231EF6F}" destId="{CC182A71-E343-42AC-8B42-75F5D81D276B}" srcOrd="1" destOrd="0" presId="urn:microsoft.com/office/officeart/2018/5/layout/IconCircleLabelList"/>
    <dgm:cxn modelId="{D33AA897-4D30-4822-8E35-89B3D932B3D1}" type="presParOf" srcId="{EFEA67B9-D93B-44AD-81C0-7A466231EF6F}" destId="{7CD5AD03-9E07-4BFB-88B8-0527420D5161}" srcOrd="2" destOrd="0" presId="urn:microsoft.com/office/officeart/2018/5/layout/IconCircleLabelList"/>
    <dgm:cxn modelId="{EDCA522F-E0B8-4EB9-B45C-2AF39A229C41}" type="presParOf" srcId="{EFEA67B9-D93B-44AD-81C0-7A466231EF6F}" destId="{07311321-2A9D-4566-9054-30D2DC3F117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7D79D7-BA1D-4F81-B31D-576DD6CC06F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8B83FA-E98B-48FB-B67C-4091E09CCADD}">
      <dgm:prSet/>
      <dgm:spPr/>
      <dgm:t>
        <a:bodyPr/>
        <a:lstStyle/>
        <a:p>
          <a:r>
            <a:rPr lang="en-US"/>
            <a:t>Luz pontual com posição e intensidade</a:t>
          </a:r>
        </a:p>
      </dgm:t>
    </dgm:pt>
    <dgm:pt modelId="{8B12997B-A417-45BD-AD86-B5C75F75F196}" type="parTrans" cxnId="{05581483-6EB0-4A86-81A7-AA378948880C}">
      <dgm:prSet/>
      <dgm:spPr/>
      <dgm:t>
        <a:bodyPr/>
        <a:lstStyle/>
        <a:p>
          <a:endParaRPr lang="en-US"/>
        </a:p>
      </dgm:t>
    </dgm:pt>
    <dgm:pt modelId="{E3DC4430-636E-4A3A-8EDF-6F8113F275C5}" type="sibTrans" cxnId="{05581483-6EB0-4A86-81A7-AA378948880C}">
      <dgm:prSet/>
      <dgm:spPr/>
      <dgm:t>
        <a:bodyPr/>
        <a:lstStyle/>
        <a:p>
          <a:endParaRPr lang="en-US"/>
        </a:p>
      </dgm:t>
    </dgm:pt>
    <dgm:pt modelId="{CA71582D-2824-40FF-B6D1-99A38F58EAC6}">
      <dgm:prSet/>
      <dgm:spPr/>
      <dgm:t>
        <a:bodyPr/>
        <a:lstStyle/>
        <a:p>
          <a:r>
            <a:rPr lang="en-US"/>
            <a:t>Scene: contém todas as esferas e a luz</a:t>
          </a:r>
        </a:p>
      </dgm:t>
    </dgm:pt>
    <dgm:pt modelId="{87EBD530-BEC7-47A4-8674-3156B9D0D509}" type="parTrans" cxnId="{B0F0C6EA-F41C-4334-BC57-43EC8C0B73EA}">
      <dgm:prSet/>
      <dgm:spPr/>
      <dgm:t>
        <a:bodyPr/>
        <a:lstStyle/>
        <a:p>
          <a:endParaRPr lang="en-US"/>
        </a:p>
      </dgm:t>
    </dgm:pt>
    <dgm:pt modelId="{DA6253A4-535A-4BBD-8982-75645B4887F6}" type="sibTrans" cxnId="{B0F0C6EA-F41C-4334-BC57-43EC8C0B73EA}">
      <dgm:prSet/>
      <dgm:spPr/>
      <dgm:t>
        <a:bodyPr/>
        <a:lstStyle/>
        <a:p>
          <a:endParaRPr lang="en-US"/>
        </a:p>
      </dgm:t>
    </dgm:pt>
    <dgm:pt modelId="{362CFB72-6D06-4201-BCB0-3A6A4265835F}">
      <dgm:prSet/>
      <dgm:spPr/>
      <dgm:t>
        <a:bodyPr/>
        <a:lstStyle/>
        <a:p>
          <a:r>
            <a:rPr lang="en-US"/>
            <a:t>Facilita processamento global da cena</a:t>
          </a:r>
        </a:p>
      </dgm:t>
    </dgm:pt>
    <dgm:pt modelId="{CDDB6B1C-841D-4B69-BC53-01540FD67A95}" type="parTrans" cxnId="{F5170353-8B06-4025-B53F-2D7B9E352DF0}">
      <dgm:prSet/>
      <dgm:spPr/>
      <dgm:t>
        <a:bodyPr/>
        <a:lstStyle/>
        <a:p>
          <a:endParaRPr lang="en-US"/>
        </a:p>
      </dgm:t>
    </dgm:pt>
    <dgm:pt modelId="{BF67F3D3-2748-4B7B-BDC1-D017569E69B2}" type="sibTrans" cxnId="{F5170353-8B06-4025-B53F-2D7B9E352DF0}">
      <dgm:prSet/>
      <dgm:spPr/>
      <dgm:t>
        <a:bodyPr/>
        <a:lstStyle/>
        <a:p>
          <a:endParaRPr lang="en-US"/>
        </a:p>
      </dgm:t>
    </dgm:pt>
    <dgm:pt modelId="{0E223F9E-18B1-4164-9799-EA9771F4CB27}" type="pres">
      <dgm:prSet presAssocID="{887D79D7-BA1D-4F81-B31D-576DD6CC06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BE6C5E-D6B0-48F7-867D-2743BD37FA7D}" type="pres">
      <dgm:prSet presAssocID="{FA8B83FA-E98B-48FB-B67C-4091E09CCADD}" presName="hierRoot1" presStyleCnt="0"/>
      <dgm:spPr/>
    </dgm:pt>
    <dgm:pt modelId="{AA753C36-71E0-4D56-A18B-77D6E9C0D300}" type="pres">
      <dgm:prSet presAssocID="{FA8B83FA-E98B-48FB-B67C-4091E09CCADD}" presName="composite" presStyleCnt="0"/>
      <dgm:spPr/>
    </dgm:pt>
    <dgm:pt modelId="{0D8431DB-E7D1-4429-881F-BA2402E8F9F0}" type="pres">
      <dgm:prSet presAssocID="{FA8B83FA-E98B-48FB-B67C-4091E09CCADD}" presName="background" presStyleLbl="node0" presStyleIdx="0" presStyleCnt="3"/>
      <dgm:spPr/>
    </dgm:pt>
    <dgm:pt modelId="{BC146BCC-59ED-46F0-8A07-56CF75282B57}" type="pres">
      <dgm:prSet presAssocID="{FA8B83FA-E98B-48FB-B67C-4091E09CCADD}" presName="text" presStyleLbl="fgAcc0" presStyleIdx="0" presStyleCnt="3">
        <dgm:presLayoutVars>
          <dgm:chPref val="3"/>
        </dgm:presLayoutVars>
      </dgm:prSet>
      <dgm:spPr/>
    </dgm:pt>
    <dgm:pt modelId="{ECA90C07-AF6E-4A14-98AA-A86E9824A1EE}" type="pres">
      <dgm:prSet presAssocID="{FA8B83FA-E98B-48FB-B67C-4091E09CCADD}" presName="hierChild2" presStyleCnt="0"/>
      <dgm:spPr/>
    </dgm:pt>
    <dgm:pt modelId="{FF0554FC-F812-429D-91DD-A52A97C3EEC0}" type="pres">
      <dgm:prSet presAssocID="{CA71582D-2824-40FF-B6D1-99A38F58EAC6}" presName="hierRoot1" presStyleCnt="0"/>
      <dgm:spPr/>
    </dgm:pt>
    <dgm:pt modelId="{8C28CA0A-0589-4856-9EE8-623923CF1734}" type="pres">
      <dgm:prSet presAssocID="{CA71582D-2824-40FF-B6D1-99A38F58EAC6}" presName="composite" presStyleCnt="0"/>
      <dgm:spPr/>
    </dgm:pt>
    <dgm:pt modelId="{327B2BCE-B2AE-4E27-A679-41D7B8D73E7C}" type="pres">
      <dgm:prSet presAssocID="{CA71582D-2824-40FF-B6D1-99A38F58EAC6}" presName="background" presStyleLbl="node0" presStyleIdx="1" presStyleCnt="3"/>
      <dgm:spPr/>
    </dgm:pt>
    <dgm:pt modelId="{636F58C6-3A6F-46B6-9F65-55F3F9E464F1}" type="pres">
      <dgm:prSet presAssocID="{CA71582D-2824-40FF-B6D1-99A38F58EAC6}" presName="text" presStyleLbl="fgAcc0" presStyleIdx="1" presStyleCnt="3">
        <dgm:presLayoutVars>
          <dgm:chPref val="3"/>
        </dgm:presLayoutVars>
      </dgm:prSet>
      <dgm:spPr/>
    </dgm:pt>
    <dgm:pt modelId="{39125550-EA74-407F-A276-DBDA080BEDE5}" type="pres">
      <dgm:prSet presAssocID="{CA71582D-2824-40FF-B6D1-99A38F58EAC6}" presName="hierChild2" presStyleCnt="0"/>
      <dgm:spPr/>
    </dgm:pt>
    <dgm:pt modelId="{EFB525F4-14C3-450A-B71E-A29B40C60AE1}" type="pres">
      <dgm:prSet presAssocID="{362CFB72-6D06-4201-BCB0-3A6A4265835F}" presName="hierRoot1" presStyleCnt="0"/>
      <dgm:spPr/>
    </dgm:pt>
    <dgm:pt modelId="{259BE2F4-F73A-4723-98C1-CD1664E420E6}" type="pres">
      <dgm:prSet presAssocID="{362CFB72-6D06-4201-BCB0-3A6A4265835F}" presName="composite" presStyleCnt="0"/>
      <dgm:spPr/>
    </dgm:pt>
    <dgm:pt modelId="{2F90A881-ED09-4813-AFEB-CD671F751E43}" type="pres">
      <dgm:prSet presAssocID="{362CFB72-6D06-4201-BCB0-3A6A4265835F}" presName="background" presStyleLbl="node0" presStyleIdx="2" presStyleCnt="3"/>
      <dgm:spPr/>
    </dgm:pt>
    <dgm:pt modelId="{58591F47-F674-4635-B58D-C4DA6887B908}" type="pres">
      <dgm:prSet presAssocID="{362CFB72-6D06-4201-BCB0-3A6A4265835F}" presName="text" presStyleLbl="fgAcc0" presStyleIdx="2" presStyleCnt="3">
        <dgm:presLayoutVars>
          <dgm:chPref val="3"/>
        </dgm:presLayoutVars>
      </dgm:prSet>
      <dgm:spPr/>
    </dgm:pt>
    <dgm:pt modelId="{AEA8AD8B-0513-432D-8C45-851CD02E75F7}" type="pres">
      <dgm:prSet presAssocID="{362CFB72-6D06-4201-BCB0-3A6A4265835F}" presName="hierChild2" presStyleCnt="0"/>
      <dgm:spPr/>
    </dgm:pt>
  </dgm:ptLst>
  <dgm:cxnLst>
    <dgm:cxn modelId="{E4707231-DD29-4E12-B218-F281277672BA}" type="presOf" srcId="{CA71582D-2824-40FF-B6D1-99A38F58EAC6}" destId="{636F58C6-3A6F-46B6-9F65-55F3F9E464F1}" srcOrd="0" destOrd="0" presId="urn:microsoft.com/office/officeart/2005/8/layout/hierarchy1"/>
    <dgm:cxn modelId="{ABFD9633-B168-4E94-B2E0-6128BDCAD3EE}" type="presOf" srcId="{FA8B83FA-E98B-48FB-B67C-4091E09CCADD}" destId="{BC146BCC-59ED-46F0-8A07-56CF75282B57}" srcOrd="0" destOrd="0" presId="urn:microsoft.com/office/officeart/2005/8/layout/hierarchy1"/>
    <dgm:cxn modelId="{8DCB6068-726F-4301-86AC-40B64A766D2C}" type="presOf" srcId="{362CFB72-6D06-4201-BCB0-3A6A4265835F}" destId="{58591F47-F674-4635-B58D-C4DA6887B908}" srcOrd="0" destOrd="0" presId="urn:microsoft.com/office/officeart/2005/8/layout/hierarchy1"/>
    <dgm:cxn modelId="{F5170353-8B06-4025-B53F-2D7B9E352DF0}" srcId="{887D79D7-BA1D-4F81-B31D-576DD6CC06F8}" destId="{362CFB72-6D06-4201-BCB0-3A6A4265835F}" srcOrd="2" destOrd="0" parTransId="{CDDB6B1C-841D-4B69-BC53-01540FD67A95}" sibTransId="{BF67F3D3-2748-4B7B-BDC1-D017569E69B2}"/>
    <dgm:cxn modelId="{05581483-6EB0-4A86-81A7-AA378948880C}" srcId="{887D79D7-BA1D-4F81-B31D-576DD6CC06F8}" destId="{FA8B83FA-E98B-48FB-B67C-4091E09CCADD}" srcOrd="0" destOrd="0" parTransId="{8B12997B-A417-45BD-AD86-B5C75F75F196}" sibTransId="{E3DC4430-636E-4A3A-8EDF-6F8113F275C5}"/>
    <dgm:cxn modelId="{DFA526DA-2270-46F8-B3C3-0AFE526D2E5A}" type="presOf" srcId="{887D79D7-BA1D-4F81-B31D-576DD6CC06F8}" destId="{0E223F9E-18B1-4164-9799-EA9771F4CB27}" srcOrd="0" destOrd="0" presId="urn:microsoft.com/office/officeart/2005/8/layout/hierarchy1"/>
    <dgm:cxn modelId="{B0F0C6EA-F41C-4334-BC57-43EC8C0B73EA}" srcId="{887D79D7-BA1D-4F81-B31D-576DD6CC06F8}" destId="{CA71582D-2824-40FF-B6D1-99A38F58EAC6}" srcOrd="1" destOrd="0" parTransId="{87EBD530-BEC7-47A4-8674-3156B9D0D509}" sibTransId="{DA6253A4-535A-4BBD-8982-75645B4887F6}"/>
    <dgm:cxn modelId="{8C557015-0268-42C9-AB43-8A5C323A4FA8}" type="presParOf" srcId="{0E223F9E-18B1-4164-9799-EA9771F4CB27}" destId="{3DBE6C5E-D6B0-48F7-867D-2743BD37FA7D}" srcOrd="0" destOrd="0" presId="urn:microsoft.com/office/officeart/2005/8/layout/hierarchy1"/>
    <dgm:cxn modelId="{420F6D92-9358-41D0-B678-F93BEDABC170}" type="presParOf" srcId="{3DBE6C5E-D6B0-48F7-867D-2743BD37FA7D}" destId="{AA753C36-71E0-4D56-A18B-77D6E9C0D300}" srcOrd="0" destOrd="0" presId="urn:microsoft.com/office/officeart/2005/8/layout/hierarchy1"/>
    <dgm:cxn modelId="{E83C0E20-5990-42C7-A2C7-7D6AC10277BB}" type="presParOf" srcId="{AA753C36-71E0-4D56-A18B-77D6E9C0D300}" destId="{0D8431DB-E7D1-4429-881F-BA2402E8F9F0}" srcOrd="0" destOrd="0" presId="urn:microsoft.com/office/officeart/2005/8/layout/hierarchy1"/>
    <dgm:cxn modelId="{9B687779-5C00-4204-8DB4-53FECB869C50}" type="presParOf" srcId="{AA753C36-71E0-4D56-A18B-77D6E9C0D300}" destId="{BC146BCC-59ED-46F0-8A07-56CF75282B57}" srcOrd="1" destOrd="0" presId="urn:microsoft.com/office/officeart/2005/8/layout/hierarchy1"/>
    <dgm:cxn modelId="{548E4A89-0C89-499C-A798-1C00AFE9E1E1}" type="presParOf" srcId="{3DBE6C5E-D6B0-48F7-867D-2743BD37FA7D}" destId="{ECA90C07-AF6E-4A14-98AA-A86E9824A1EE}" srcOrd="1" destOrd="0" presId="urn:microsoft.com/office/officeart/2005/8/layout/hierarchy1"/>
    <dgm:cxn modelId="{215C51D1-6D37-47C8-BCB3-81F01A2BDBFC}" type="presParOf" srcId="{0E223F9E-18B1-4164-9799-EA9771F4CB27}" destId="{FF0554FC-F812-429D-91DD-A52A97C3EEC0}" srcOrd="1" destOrd="0" presId="urn:microsoft.com/office/officeart/2005/8/layout/hierarchy1"/>
    <dgm:cxn modelId="{0DEEA8F3-5955-4C3C-8E48-3B0ACAD57B07}" type="presParOf" srcId="{FF0554FC-F812-429D-91DD-A52A97C3EEC0}" destId="{8C28CA0A-0589-4856-9EE8-623923CF1734}" srcOrd="0" destOrd="0" presId="urn:microsoft.com/office/officeart/2005/8/layout/hierarchy1"/>
    <dgm:cxn modelId="{C44C4A9C-8C98-451A-AC2D-3B477277466D}" type="presParOf" srcId="{8C28CA0A-0589-4856-9EE8-623923CF1734}" destId="{327B2BCE-B2AE-4E27-A679-41D7B8D73E7C}" srcOrd="0" destOrd="0" presId="urn:microsoft.com/office/officeart/2005/8/layout/hierarchy1"/>
    <dgm:cxn modelId="{05874228-6CA5-4DA7-9F23-CB2F9AD2E5C8}" type="presParOf" srcId="{8C28CA0A-0589-4856-9EE8-623923CF1734}" destId="{636F58C6-3A6F-46B6-9F65-55F3F9E464F1}" srcOrd="1" destOrd="0" presId="urn:microsoft.com/office/officeart/2005/8/layout/hierarchy1"/>
    <dgm:cxn modelId="{2E6977D0-BFDB-45C6-A603-063E327AF042}" type="presParOf" srcId="{FF0554FC-F812-429D-91DD-A52A97C3EEC0}" destId="{39125550-EA74-407F-A276-DBDA080BEDE5}" srcOrd="1" destOrd="0" presId="urn:microsoft.com/office/officeart/2005/8/layout/hierarchy1"/>
    <dgm:cxn modelId="{8EAF3033-AC6C-48CB-BE5F-CA1DAA8CF4C0}" type="presParOf" srcId="{0E223F9E-18B1-4164-9799-EA9771F4CB27}" destId="{EFB525F4-14C3-450A-B71E-A29B40C60AE1}" srcOrd="2" destOrd="0" presId="urn:microsoft.com/office/officeart/2005/8/layout/hierarchy1"/>
    <dgm:cxn modelId="{67DD4EEB-B335-478C-B936-9EC60D7AC4A1}" type="presParOf" srcId="{EFB525F4-14C3-450A-B71E-A29B40C60AE1}" destId="{259BE2F4-F73A-4723-98C1-CD1664E420E6}" srcOrd="0" destOrd="0" presId="urn:microsoft.com/office/officeart/2005/8/layout/hierarchy1"/>
    <dgm:cxn modelId="{56902C2B-896E-463B-A808-A38D5214AD1D}" type="presParOf" srcId="{259BE2F4-F73A-4723-98C1-CD1664E420E6}" destId="{2F90A881-ED09-4813-AFEB-CD671F751E43}" srcOrd="0" destOrd="0" presId="urn:microsoft.com/office/officeart/2005/8/layout/hierarchy1"/>
    <dgm:cxn modelId="{5709A73A-ED90-4D89-8660-94805EA4B934}" type="presParOf" srcId="{259BE2F4-F73A-4723-98C1-CD1664E420E6}" destId="{58591F47-F674-4635-B58D-C4DA6887B908}" srcOrd="1" destOrd="0" presId="urn:microsoft.com/office/officeart/2005/8/layout/hierarchy1"/>
    <dgm:cxn modelId="{7FEE837C-6256-421C-B3ED-F8AFDBC71B8E}" type="presParOf" srcId="{EFB525F4-14C3-450A-B71E-A29B40C60AE1}" destId="{AEA8AD8B-0513-432D-8C45-851CD02E75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3F62AD0-0581-4DCC-8BA3-5EA1C543CBF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D8A956-3F39-453E-BFAD-ED992A6FC079}">
      <dgm:prSet/>
      <dgm:spPr/>
      <dgm:t>
        <a:bodyPr/>
        <a:lstStyle/>
        <a:p>
          <a:r>
            <a:rPr lang="en-US"/>
            <a:t>Calcula componentes ambiente, difusa e especular</a:t>
          </a:r>
        </a:p>
      </dgm:t>
    </dgm:pt>
    <dgm:pt modelId="{B4FBFEA0-F753-4A6C-9FA2-A2538C901354}" type="parTrans" cxnId="{3E0C5051-FADC-4E31-BFC6-47F5AE8B6C7A}">
      <dgm:prSet/>
      <dgm:spPr/>
      <dgm:t>
        <a:bodyPr/>
        <a:lstStyle/>
        <a:p>
          <a:endParaRPr lang="en-US"/>
        </a:p>
      </dgm:t>
    </dgm:pt>
    <dgm:pt modelId="{14167687-EF78-4345-A58C-5CA0376F3502}" type="sibTrans" cxnId="{3E0C5051-FADC-4E31-BFC6-47F5AE8B6C7A}">
      <dgm:prSet/>
      <dgm:spPr/>
      <dgm:t>
        <a:bodyPr/>
        <a:lstStyle/>
        <a:p>
          <a:endParaRPr lang="en-US"/>
        </a:p>
      </dgm:t>
    </dgm:pt>
    <dgm:pt modelId="{10B5A3FD-CE46-4942-87E1-0F9BEF58D430}">
      <dgm:prSet/>
      <dgm:spPr/>
      <dgm:t>
        <a:bodyPr/>
        <a:lstStyle/>
        <a:p>
          <a:r>
            <a:rPr lang="en-US"/>
            <a:t>Usa dot products para determinar intensidade</a:t>
          </a:r>
        </a:p>
      </dgm:t>
    </dgm:pt>
    <dgm:pt modelId="{FA2F4B6C-3FD1-438C-8BFB-78380DD9623F}" type="parTrans" cxnId="{9A8DD00B-5F8E-4588-B5EF-CCD22C8185EE}">
      <dgm:prSet/>
      <dgm:spPr/>
      <dgm:t>
        <a:bodyPr/>
        <a:lstStyle/>
        <a:p>
          <a:endParaRPr lang="en-US"/>
        </a:p>
      </dgm:t>
    </dgm:pt>
    <dgm:pt modelId="{261322C6-A683-43D7-8556-F57A972E8A6E}" type="sibTrans" cxnId="{9A8DD00B-5F8E-4588-B5EF-CCD22C8185EE}">
      <dgm:prSet/>
      <dgm:spPr/>
      <dgm:t>
        <a:bodyPr/>
        <a:lstStyle/>
        <a:p>
          <a:endParaRPr lang="en-US"/>
        </a:p>
      </dgm:t>
    </dgm:pt>
    <dgm:pt modelId="{9ACC879C-94E8-4B55-A5EC-6D36FEC143EA}">
      <dgm:prSet/>
      <dgm:spPr/>
      <dgm:t>
        <a:bodyPr/>
        <a:lstStyle/>
        <a:p>
          <a:r>
            <a:rPr lang="en-US"/>
            <a:t>Combina resultados e limita entre 0–255 RGB</a:t>
          </a:r>
        </a:p>
      </dgm:t>
    </dgm:pt>
    <dgm:pt modelId="{67BF6CEF-2829-4BB3-B050-4F75AB79D406}" type="parTrans" cxnId="{4565E2D0-71AC-451D-8F72-BF499EA93E6E}">
      <dgm:prSet/>
      <dgm:spPr/>
      <dgm:t>
        <a:bodyPr/>
        <a:lstStyle/>
        <a:p>
          <a:endParaRPr lang="en-US"/>
        </a:p>
      </dgm:t>
    </dgm:pt>
    <dgm:pt modelId="{0207C7A0-5EC6-4C42-989E-FC4EFED10471}" type="sibTrans" cxnId="{4565E2D0-71AC-451D-8F72-BF499EA93E6E}">
      <dgm:prSet/>
      <dgm:spPr/>
      <dgm:t>
        <a:bodyPr/>
        <a:lstStyle/>
        <a:p>
          <a:endParaRPr lang="en-US"/>
        </a:p>
      </dgm:t>
    </dgm:pt>
    <dgm:pt modelId="{B74B8EB9-5E17-4783-90E9-E23D76F3564D}">
      <dgm:prSet/>
      <dgm:spPr/>
      <dgm:t>
        <a:bodyPr/>
        <a:lstStyle/>
        <a:p>
          <a:r>
            <a:rPr lang="en-US"/>
            <a:t>Controlada pelo expoente especular do material</a:t>
          </a:r>
        </a:p>
      </dgm:t>
    </dgm:pt>
    <dgm:pt modelId="{15C0D65A-847A-42D2-9D0D-DE53D5B8AE2C}" type="parTrans" cxnId="{36D9A4CB-0856-433A-A694-6AFBAF6CA504}">
      <dgm:prSet/>
      <dgm:spPr/>
      <dgm:t>
        <a:bodyPr/>
        <a:lstStyle/>
        <a:p>
          <a:endParaRPr lang="en-US"/>
        </a:p>
      </dgm:t>
    </dgm:pt>
    <dgm:pt modelId="{138C40B9-157A-4A6D-9018-1292955C7F2D}" type="sibTrans" cxnId="{36D9A4CB-0856-433A-A694-6AFBAF6CA504}">
      <dgm:prSet/>
      <dgm:spPr/>
      <dgm:t>
        <a:bodyPr/>
        <a:lstStyle/>
        <a:p>
          <a:endParaRPr lang="en-US"/>
        </a:p>
      </dgm:t>
    </dgm:pt>
    <dgm:pt modelId="{686FFE11-D1EB-480E-976C-15422D40BE85}" type="pres">
      <dgm:prSet presAssocID="{83F62AD0-0581-4DCC-8BA3-5EA1C543CBF1}" presName="diagram" presStyleCnt="0">
        <dgm:presLayoutVars>
          <dgm:dir/>
          <dgm:resizeHandles val="exact"/>
        </dgm:presLayoutVars>
      </dgm:prSet>
      <dgm:spPr/>
    </dgm:pt>
    <dgm:pt modelId="{14C90D89-824F-4138-8528-17BFE11C2774}" type="pres">
      <dgm:prSet presAssocID="{22D8A956-3F39-453E-BFAD-ED992A6FC079}" presName="node" presStyleLbl="node1" presStyleIdx="0" presStyleCnt="4">
        <dgm:presLayoutVars>
          <dgm:bulletEnabled val="1"/>
        </dgm:presLayoutVars>
      </dgm:prSet>
      <dgm:spPr/>
    </dgm:pt>
    <dgm:pt modelId="{B3EF654C-7E72-44A5-9CB5-3C2666E70824}" type="pres">
      <dgm:prSet presAssocID="{14167687-EF78-4345-A58C-5CA0376F3502}" presName="sibTrans" presStyleCnt="0"/>
      <dgm:spPr/>
    </dgm:pt>
    <dgm:pt modelId="{49452DDB-565C-4106-ABEB-E58D8002B9D0}" type="pres">
      <dgm:prSet presAssocID="{10B5A3FD-CE46-4942-87E1-0F9BEF58D430}" presName="node" presStyleLbl="node1" presStyleIdx="1" presStyleCnt="4">
        <dgm:presLayoutVars>
          <dgm:bulletEnabled val="1"/>
        </dgm:presLayoutVars>
      </dgm:prSet>
      <dgm:spPr/>
    </dgm:pt>
    <dgm:pt modelId="{E76F7DCF-D69E-4DE8-8C76-39BF857E5ABF}" type="pres">
      <dgm:prSet presAssocID="{261322C6-A683-43D7-8556-F57A972E8A6E}" presName="sibTrans" presStyleCnt="0"/>
      <dgm:spPr/>
    </dgm:pt>
    <dgm:pt modelId="{A8A20506-4672-457D-897F-2580399F3D80}" type="pres">
      <dgm:prSet presAssocID="{9ACC879C-94E8-4B55-A5EC-6D36FEC143EA}" presName="node" presStyleLbl="node1" presStyleIdx="2" presStyleCnt="4">
        <dgm:presLayoutVars>
          <dgm:bulletEnabled val="1"/>
        </dgm:presLayoutVars>
      </dgm:prSet>
      <dgm:spPr/>
    </dgm:pt>
    <dgm:pt modelId="{FC05ECB9-97B4-4ECB-98E7-34E7AC5C7013}" type="pres">
      <dgm:prSet presAssocID="{0207C7A0-5EC6-4C42-989E-FC4EFED10471}" presName="sibTrans" presStyleCnt="0"/>
      <dgm:spPr/>
    </dgm:pt>
    <dgm:pt modelId="{7D095C90-1CC5-467E-A9C3-54AE904C302A}" type="pres">
      <dgm:prSet presAssocID="{B74B8EB9-5E17-4783-90E9-E23D76F3564D}" presName="node" presStyleLbl="node1" presStyleIdx="3" presStyleCnt="4">
        <dgm:presLayoutVars>
          <dgm:bulletEnabled val="1"/>
        </dgm:presLayoutVars>
      </dgm:prSet>
      <dgm:spPr/>
    </dgm:pt>
  </dgm:ptLst>
  <dgm:cxnLst>
    <dgm:cxn modelId="{9A8DD00B-5F8E-4588-B5EF-CCD22C8185EE}" srcId="{83F62AD0-0581-4DCC-8BA3-5EA1C543CBF1}" destId="{10B5A3FD-CE46-4942-87E1-0F9BEF58D430}" srcOrd="1" destOrd="0" parTransId="{FA2F4B6C-3FD1-438C-8BFB-78380DD9623F}" sibTransId="{261322C6-A683-43D7-8556-F57A972E8A6E}"/>
    <dgm:cxn modelId="{3E0C5051-FADC-4E31-BFC6-47F5AE8B6C7A}" srcId="{83F62AD0-0581-4DCC-8BA3-5EA1C543CBF1}" destId="{22D8A956-3F39-453E-BFAD-ED992A6FC079}" srcOrd="0" destOrd="0" parTransId="{B4FBFEA0-F753-4A6C-9FA2-A2538C901354}" sibTransId="{14167687-EF78-4345-A58C-5CA0376F3502}"/>
    <dgm:cxn modelId="{3CA23E88-D0EA-4AC1-8F7B-BC71DA77363A}" type="presOf" srcId="{9ACC879C-94E8-4B55-A5EC-6D36FEC143EA}" destId="{A8A20506-4672-457D-897F-2580399F3D80}" srcOrd="0" destOrd="0" presId="urn:microsoft.com/office/officeart/2005/8/layout/default"/>
    <dgm:cxn modelId="{175AB989-E7C4-4644-A81A-23B8860E878F}" type="presOf" srcId="{22D8A956-3F39-453E-BFAD-ED992A6FC079}" destId="{14C90D89-824F-4138-8528-17BFE11C2774}" srcOrd="0" destOrd="0" presId="urn:microsoft.com/office/officeart/2005/8/layout/default"/>
    <dgm:cxn modelId="{FE355498-EAE3-4357-9BD6-012C23319A79}" type="presOf" srcId="{10B5A3FD-CE46-4942-87E1-0F9BEF58D430}" destId="{49452DDB-565C-4106-ABEB-E58D8002B9D0}" srcOrd="0" destOrd="0" presId="urn:microsoft.com/office/officeart/2005/8/layout/default"/>
    <dgm:cxn modelId="{603CAACA-425D-433C-A49C-E186AA090005}" type="presOf" srcId="{83F62AD0-0581-4DCC-8BA3-5EA1C543CBF1}" destId="{686FFE11-D1EB-480E-976C-15422D40BE85}" srcOrd="0" destOrd="0" presId="urn:microsoft.com/office/officeart/2005/8/layout/default"/>
    <dgm:cxn modelId="{36D9A4CB-0856-433A-A694-6AFBAF6CA504}" srcId="{83F62AD0-0581-4DCC-8BA3-5EA1C543CBF1}" destId="{B74B8EB9-5E17-4783-90E9-E23D76F3564D}" srcOrd="3" destOrd="0" parTransId="{15C0D65A-847A-42D2-9D0D-DE53D5B8AE2C}" sibTransId="{138C40B9-157A-4A6D-9018-1292955C7F2D}"/>
    <dgm:cxn modelId="{4565E2D0-71AC-451D-8F72-BF499EA93E6E}" srcId="{83F62AD0-0581-4DCC-8BA3-5EA1C543CBF1}" destId="{9ACC879C-94E8-4B55-A5EC-6D36FEC143EA}" srcOrd="2" destOrd="0" parTransId="{67BF6CEF-2829-4BB3-B050-4F75AB79D406}" sibTransId="{0207C7A0-5EC6-4C42-989E-FC4EFED10471}"/>
    <dgm:cxn modelId="{0D082DE8-74E0-4657-BE28-75D5DB7324EE}" type="presOf" srcId="{B74B8EB9-5E17-4783-90E9-E23D76F3564D}" destId="{7D095C90-1CC5-467E-A9C3-54AE904C302A}" srcOrd="0" destOrd="0" presId="urn:microsoft.com/office/officeart/2005/8/layout/default"/>
    <dgm:cxn modelId="{B3D535EE-EA54-4931-A2D0-8DE5AFF73974}" type="presParOf" srcId="{686FFE11-D1EB-480E-976C-15422D40BE85}" destId="{14C90D89-824F-4138-8528-17BFE11C2774}" srcOrd="0" destOrd="0" presId="urn:microsoft.com/office/officeart/2005/8/layout/default"/>
    <dgm:cxn modelId="{FB8F8D47-D73D-40C5-AE08-AE782F5D66A5}" type="presParOf" srcId="{686FFE11-D1EB-480E-976C-15422D40BE85}" destId="{B3EF654C-7E72-44A5-9CB5-3C2666E70824}" srcOrd="1" destOrd="0" presId="urn:microsoft.com/office/officeart/2005/8/layout/default"/>
    <dgm:cxn modelId="{0108BE65-BAE6-40FD-87B2-BF1AD8CD4399}" type="presParOf" srcId="{686FFE11-D1EB-480E-976C-15422D40BE85}" destId="{49452DDB-565C-4106-ABEB-E58D8002B9D0}" srcOrd="2" destOrd="0" presId="urn:microsoft.com/office/officeart/2005/8/layout/default"/>
    <dgm:cxn modelId="{A42BC061-B51A-48B4-BF22-DDC4172564C4}" type="presParOf" srcId="{686FFE11-D1EB-480E-976C-15422D40BE85}" destId="{E76F7DCF-D69E-4DE8-8C76-39BF857E5ABF}" srcOrd="3" destOrd="0" presId="urn:microsoft.com/office/officeart/2005/8/layout/default"/>
    <dgm:cxn modelId="{D7F94E79-E8CB-4F32-9421-E7ADD71520CC}" type="presParOf" srcId="{686FFE11-D1EB-480E-976C-15422D40BE85}" destId="{A8A20506-4672-457D-897F-2580399F3D80}" srcOrd="4" destOrd="0" presId="urn:microsoft.com/office/officeart/2005/8/layout/default"/>
    <dgm:cxn modelId="{0A82A7B3-423D-4D0F-8D17-942AD28080F0}" type="presParOf" srcId="{686FFE11-D1EB-480E-976C-15422D40BE85}" destId="{FC05ECB9-97B4-4ECB-98E7-34E7AC5C7013}" srcOrd="5" destOrd="0" presId="urn:microsoft.com/office/officeart/2005/8/layout/default"/>
    <dgm:cxn modelId="{F8562C76-1055-4262-92D8-0164C8392874}" type="presParOf" srcId="{686FFE11-D1EB-480E-976C-15422D40BE85}" destId="{7D095C90-1CC5-467E-A9C3-54AE904C302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830F2F6-67EA-4460-8A80-B6742D66FB7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3E0B885-FD34-480A-9C94-F61C9B7C0EAF}">
      <dgm:prSet/>
      <dgm:spPr/>
      <dgm:t>
        <a:bodyPr/>
        <a:lstStyle/>
        <a:p>
          <a:r>
            <a:rPr lang="en-US" dirty="0" err="1"/>
            <a:t>Acha</a:t>
          </a:r>
          <a:r>
            <a:rPr lang="en-US" dirty="0"/>
            <a:t> </a:t>
          </a:r>
          <a:r>
            <a:rPr lang="en-US" dirty="0" err="1"/>
            <a:t>objeto</a:t>
          </a:r>
          <a:r>
            <a:rPr lang="en-US" dirty="0"/>
            <a:t>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próximo</a:t>
          </a:r>
          <a:endParaRPr lang="en-US" dirty="0"/>
        </a:p>
      </dgm:t>
    </dgm:pt>
    <dgm:pt modelId="{D1F157E9-33EC-408B-BBA1-B84F46FCB5AC}" type="parTrans" cxnId="{2CE13947-0CDB-4239-ACAD-5CFDC115B060}">
      <dgm:prSet/>
      <dgm:spPr/>
      <dgm:t>
        <a:bodyPr/>
        <a:lstStyle/>
        <a:p>
          <a:endParaRPr lang="en-US"/>
        </a:p>
      </dgm:t>
    </dgm:pt>
    <dgm:pt modelId="{0D45B4A5-9453-4F20-ADAA-4970BBA9CE19}" type="sibTrans" cxnId="{2CE13947-0CDB-4239-ACAD-5CFDC115B060}">
      <dgm:prSet/>
      <dgm:spPr/>
      <dgm:t>
        <a:bodyPr/>
        <a:lstStyle/>
        <a:p>
          <a:endParaRPr lang="en-US"/>
        </a:p>
      </dgm:t>
    </dgm:pt>
    <dgm:pt modelId="{AF58E666-3A13-4529-9FD0-32556CF36E77}">
      <dgm:prSet/>
      <dgm:spPr/>
      <dgm:t>
        <a:bodyPr/>
        <a:lstStyle/>
        <a:p>
          <a:r>
            <a:rPr lang="en-US"/>
            <a:t>Se nenhum → retorna cor de fundo</a:t>
          </a:r>
        </a:p>
      </dgm:t>
    </dgm:pt>
    <dgm:pt modelId="{A6CA1848-6F5E-46D0-A35D-8386B731EA99}" type="parTrans" cxnId="{294FD330-82CF-4D66-8A27-5E1CA4528AF6}">
      <dgm:prSet/>
      <dgm:spPr/>
      <dgm:t>
        <a:bodyPr/>
        <a:lstStyle/>
        <a:p>
          <a:endParaRPr lang="en-US"/>
        </a:p>
      </dgm:t>
    </dgm:pt>
    <dgm:pt modelId="{0D347CFC-24BB-4964-B2B8-0ABA616E8D4A}" type="sibTrans" cxnId="{294FD330-82CF-4D66-8A27-5E1CA4528AF6}">
      <dgm:prSet/>
      <dgm:spPr/>
      <dgm:t>
        <a:bodyPr/>
        <a:lstStyle/>
        <a:p>
          <a:endParaRPr lang="en-US"/>
        </a:p>
      </dgm:t>
    </dgm:pt>
    <dgm:pt modelId="{BC8764C9-E729-4DB0-8326-72AD8DCF4C98}">
      <dgm:prSet/>
      <dgm:spPr/>
      <dgm:t>
        <a:bodyPr/>
        <a:lstStyle/>
        <a:p>
          <a:r>
            <a:rPr lang="en-US"/>
            <a:t>Calcula ponto de impacto e normal</a:t>
          </a:r>
        </a:p>
      </dgm:t>
    </dgm:pt>
    <dgm:pt modelId="{39ABA863-9646-41BF-9125-3441AC390027}" type="parTrans" cxnId="{C4394489-3232-4978-A893-0E34D3806530}">
      <dgm:prSet/>
      <dgm:spPr/>
      <dgm:t>
        <a:bodyPr/>
        <a:lstStyle/>
        <a:p>
          <a:endParaRPr lang="en-US"/>
        </a:p>
      </dgm:t>
    </dgm:pt>
    <dgm:pt modelId="{498670ED-0EC6-47CD-98FF-8413BE90342B}" type="sibTrans" cxnId="{C4394489-3232-4978-A893-0E34D3806530}">
      <dgm:prSet/>
      <dgm:spPr/>
      <dgm:t>
        <a:bodyPr/>
        <a:lstStyle/>
        <a:p>
          <a:endParaRPr lang="en-US"/>
        </a:p>
      </dgm:t>
    </dgm:pt>
    <dgm:pt modelId="{42A3737A-1C87-4730-8602-A8E1C8AF330B}">
      <dgm:prSet/>
      <dgm:spPr/>
      <dgm:t>
        <a:bodyPr/>
        <a:lstStyle/>
        <a:p>
          <a:r>
            <a:rPr lang="en-US"/>
            <a:t>Testa sombra com shadow ray</a:t>
          </a:r>
        </a:p>
      </dgm:t>
    </dgm:pt>
    <dgm:pt modelId="{DA2D7CB6-BDE7-48C1-9619-E92B3B2C821C}" type="parTrans" cxnId="{CFEE847D-D00D-45E5-B78A-C44CCC9312E9}">
      <dgm:prSet/>
      <dgm:spPr/>
      <dgm:t>
        <a:bodyPr/>
        <a:lstStyle/>
        <a:p>
          <a:endParaRPr lang="en-US"/>
        </a:p>
      </dgm:t>
    </dgm:pt>
    <dgm:pt modelId="{197B3D40-B0C0-4AAB-AB61-48BB4D199A8C}" type="sibTrans" cxnId="{CFEE847D-D00D-45E5-B78A-C44CCC9312E9}">
      <dgm:prSet/>
      <dgm:spPr/>
      <dgm:t>
        <a:bodyPr/>
        <a:lstStyle/>
        <a:p>
          <a:endParaRPr lang="en-US"/>
        </a:p>
      </dgm:t>
    </dgm:pt>
    <dgm:pt modelId="{75776280-1552-49E9-80BA-F8D3E4434F72}">
      <dgm:prSet/>
      <dgm:spPr/>
      <dgm:t>
        <a:bodyPr/>
        <a:lstStyle/>
        <a:p>
          <a:r>
            <a:rPr lang="en-US"/>
            <a:t>Aplica iluminação Phong</a:t>
          </a:r>
        </a:p>
      </dgm:t>
    </dgm:pt>
    <dgm:pt modelId="{468F1EE9-6CE8-44EB-8242-B03C8183FF4B}" type="parTrans" cxnId="{BE5BC6AB-2170-4A4B-84E4-9E98C7A642AF}">
      <dgm:prSet/>
      <dgm:spPr/>
      <dgm:t>
        <a:bodyPr/>
        <a:lstStyle/>
        <a:p>
          <a:endParaRPr lang="en-US"/>
        </a:p>
      </dgm:t>
    </dgm:pt>
    <dgm:pt modelId="{067C4529-69F1-4438-8B98-77CAEB162AD2}" type="sibTrans" cxnId="{BE5BC6AB-2170-4A4B-84E4-9E98C7A642AF}">
      <dgm:prSet/>
      <dgm:spPr/>
      <dgm:t>
        <a:bodyPr/>
        <a:lstStyle/>
        <a:p>
          <a:endParaRPr lang="en-US"/>
        </a:p>
      </dgm:t>
    </dgm:pt>
    <dgm:pt modelId="{A6B50601-7EDD-4BD7-A472-D00BEFE84BA7}">
      <dgm:prSet/>
      <dgm:spPr/>
      <dgm:t>
        <a:bodyPr/>
        <a:lstStyle/>
        <a:p>
          <a:r>
            <a:rPr lang="en-US"/>
            <a:t>Se reflexivo → lança raio de reflexão</a:t>
          </a:r>
        </a:p>
      </dgm:t>
    </dgm:pt>
    <dgm:pt modelId="{1357D8E8-E282-494A-9D03-1706BB7A3E77}" type="parTrans" cxnId="{D0A34063-5C83-492D-ADFB-28D4943F3DCB}">
      <dgm:prSet/>
      <dgm:spPr/>
      <dgm:t>
        <a:bodyPr/>
        <a:lstStyle/>
        <a:p>
          <a:endParaRPr lang="en-US"/>
        </a:p>
      </dgm:t>
    </dgm:pt>
    <dgm:pt modelId="{3330D9D1-4876-4670-A013-F2999513E27E}" type="sibTrans" cxnId="{D0A34063-5C83-492D-ADFB-28D4943F3DCB}">
      <dgm:prSet/>
      <dgm:spPr/>
      <dgm:t>
        <a:bodyPr/>
        <a:lstStyle/>
        <a:p>
          <a:endParaRPr lang="en-US"/>
        </a:p>
      </dgm:t>
    </dgm:pt>
    <dgm:pt modelId="{4741A752-D47F-46F8-81F7-2737CC7232B3}">
      <dgm:prSet/>
      <dgm:spPr/>
      <dgm:t>
        <a:bodyPr/>
        <a:lstStyle/>
        <a:p>
          <a:r>
            <a:rPr lang="en-US"/>
            <a:t>Combina cores local + refletida</a:t>
          </a:r>
        </a:p>
      </dgm:t>
    </dgm:pt>
    <dgm:pt modelId="{E9AFD4F4-1C7C-4950-8637-178418AB6D9E}" type="parTrans" cxnId="{43AB3AD9-FB5E-4921-9B43-FAB175FA2A97}">
      <dgm:prSet/>
      <dgm:spPr/>
      <dgm:t>
        <a:bodyPr/>
        <a:lstStyle/>
        <a:p>
          <a:endParaRPr lang="en-US"/>
        </a:p>
      </dgm:t>
    </dgm:pt>
    <dgm:pt modelId="{5B28729F-9539-47A8-8746-F1A756A21DA1}" type="sibTrans" cxnId="{43AB3AD9-FB5E-4921-9B43-FAB175FA2A97}">
      <dgm:prSet/>
      <dgm:spPr/>
      <dgm:t>
        <a:bodyPr/>
        <a:lstStyle/>
        <a:p>
          <a:endParaRPr lang="en-US"/>
        </a:p>
      </dgm:t>
    </dgm:pt>
    <dgm:pt modelId="{A9E93A95-9415-4DE5-9DFC-6DD1623DF242}" type="pres">
      <dgm:prSet presAssocID="{A830F2F6-67EA-4460-8A80-B6742D66FB71}" presName="linear" presStyleCnt="0">
        <dgm:presLayoutVars>
          <dgm:animLvl val="lvl"/>
          <dgm:resizeHandles val="exact"/>
        </dgm:presLayoutVars>
      </dgm:prSet>
      <dgm:spPr/>
    </dgm:pt>
    <dgm:pt modelId="{E4809336-87CF-4942-9A0F-4DEEC580141C}" type="pres">
      <dgm:prSet presAssocID="{43E0B885-FD34-480A-9C94-F61C9B7C0EA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2116208-4FA6-43D8-BD44-03110150F308}" type="pres">
      <dgm:prSet presAssocID="{0D45B4A5-9453-4F20-ADAA-4970BBA9CE19}" presName="spacer" presStyleCnt="0"/>
      <dgm:spPr/>
    </dgm:pt>
    <dgm:pt modelId="{757F7561-0198-41CF-9B49-80622AB05A7B}" type="pres">
      <dgm:prSet presAssocID="{AF58E666-3A13-4529-9FD0-32556CF36E7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78BDCA2-E7F0-4B80-A127-3CB605D63138}" type="pres">
      <dgm:prSet presAssocID="{0D347CFC-24BB-4964-B2B8-0ABA616E8D4A}" presName="spacer" presStyleCnt="0"/>
      <dgm:spPr/>
    </dgm:pt>
    <dgm:pt modelId="{BDF95DA1-95FC-48DA-BB71-8AF31E9230C8}" type="pres">
      <dgm:prSet presAssocID="{BC8764C9-E729-4DB0-8326-72AD8DCF4C9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0641033-5155-46CE-B865-C893126BD0C4}" type="pres">
      <dgm:prSet presAssocID="{498670ED-0EC6-47CD-98FF-8413BE90342B}" presName="spacer" presStyleCnt="0"/>
      <dgm:spPr/>
    </dgm:pt>
    <dgm:pt modelId="{A0B26E55-CB64-4554-8C82-6AA055EFDDB2}" type="pres">
      <dgm:prSet presAssocID="{42A3737A-1C87-4730-8602-A8E1C8AF330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E146907-DC21-4DE3-97B7-A5CC1B85B850}" type="pres">
      <dgm:prSet presAssocID="{197B3D40-B0C0-4AAB-AB61-48BB4D199A8C}" presName="spacer" presStyleCnt="0"/>
      <dgm:spPr/>
    </dgm:pt>
    <dgm:pt modelId="{E8B49344-ACF6-4A08-8A64-AAE5D084E874}" type="pres">
      <dgm:prSet presAssocID="{75776280-1552-49E9-80BA-F8D3E4434F7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5C15CBB-066C-4768-AC88-FCE522771BF1}" type="pres">
      <dgm:prSet presAssocID="{067C4529-69F1-4438-8B98-77CAEB162AD2}" presName="spacer" presStyleCnt="0"/>
      <dgm:spPr/>
    </dgm:pt>
    <dgm:pt modelId="{903CD8DE-AE59-46FA-9707-0A81C5D6011D}" type="pres">
      <dgm:prSet presAssocID="{A6B50601-7EDD-4BD7-A472-D00BEFE84BA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EB511D4-065B-4024-A3D8-8D36BCA92317}" type="pres">
      <dgm:prSet presAssocID="{3330D9D1-4876-4670-A013-F2999513E27E}" presName="spacer" presStyleCnt="0"/>
      <dgm:spPr/>
    </dgm:pt>
    <dgm:pt modelId="{502AFAD9-F084-40FA-BA5F-09E1EDDCEE19}" type="pres">
      <dgm:prSet presAssocID="{4741A752-D47F-46F8-81F7-2737CC7232B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D962028-D099-4BDC-AA96-00DE793ECF91}" type="presOf" srcId="{42A3737A-1C87-4730-8602-A8E1C8AF330B}" destId="{A0B26E55-CB64-4554-8C82-6AA055EFDDB2}" srcOrd="0" destOrd="0" presId="urn:microsoft.com/office/officeart/2005/8/layout/vList2"/>
    <dgm:cxn modelId="{ADF0A12A-73D7-4554-AF1B-37380F252B1F}" type="presOf" srcId="{4741A752-D47F-46F8-81F7-2737CC7232B3}" destId="{502AFAD9-F084-40FA-BA5F-09E1EDDCEE19}" srcOrd="0" destOrd="0" presId="urn:microsoft.com/office/officeart/2005/8/layout/vList2"/>
    <dgm:cxn modelId="{294FD330-82CF-4D66-8A27-5E1CA4528AF6}" srcId="{A830F2F6-67EA-4460-8A80-B6742D66FB71}" destId="{AF58E666-3A13-4529-9FD0-32556CF36E77}" srcOrd="1" destOrd="0" parTransId="{A6CA1848-6F5E-46D0-A35D-8386B731EA99}" sibTransId="{0D347CFC-24BB-4964-B2B8-0ABA616E8D4A}"/>
    <dgm:cxn modelId="{1507935C-8B28-4A2E-B7F6-1C1D5916576E}" type="presOf" srcId="{75776280-1552-49E9-80BA-F8D3E4434F72}" destId="{E8B49344-ACF6-4A08-8A64-AAE5D084E874}" srcOrd="0" destOrd="0" presId="urn:microsoft.com/office/officeart/2005/8/layout/vList2"/>
    <dgm:cxn modelId="{D0A34063-5C83-492D-ADFB-28D4943F3DCB}" srcId="{A830F2F6-67EA-4460-8A80-B6742D66FB71}" destId="{A6B50601-7EDD-4BD7-A472-D00BEFE84BA7}" srcOrd="5" destOrd="0" parTransId="{1357D8E8-E282-494A-9D03-1706BB7A3E77}" sibTransId="{3330D9D1-4876-4670-A013-F2999513E27E}"/>
    <dgm:cxn modelId="{2CE13947-0CDB-4239-ACAD-5CFDC115B060}" srcId="{A830F2F6-67EA-4460-8A80-B6742D66FB71}" destId="{43E0B885-FD34-480A-9C94-F61C9B7C0EAF}" srcOrd="0" destOrd="0" parTransId="{D1F157E9-33EC-408B-BBA1-B84F46FCB5AC}" sibTransId="{0D45B4A5-9453-4F20-ADAA-4970BBA9CE19}"/>
    <dgm:cxn modelId="{CFEE847D-D00D-45E5-B78A-C44CCC9312E9}" srcId="{A830F2F6-67EA-4460-8A80-B6742D66FB71}" destId="{42A3737A-1C87-4730-8602-A8E1C8AF330B}" srcOrd="3" destOrd="0" parTransId="{DA2D7CB6-BDE7-48C1-9619-E92B3B2C821C}" sibTransId="{197B3D40-B0C0-4AAB-AB61-48BB4D199A8C}"/>
    <dgm:cxn modelId="{C4394489-3232-4978-A893-0E34D3806530}" srcId="{A830F2F6-67EA-4460-8A80-B6742D66FB71}" destId="{BC8764C9-E729-4DB0-8326-72AD8DCF4C98}" srcOrd="2" destOrd="0" parTransId="{39ABA863-9646-41BF-9125-3441AC390027}" sibTransId="{498670ED-0EC6-47CD-98FF-8413BE90342B}"/>
    <dgm:cxn modelId="{63CDB189-29B2-4259-9642-B37E494959B7}" type="presOf" srcId="{A6B50601-7EDD-4BD7-A472-D00BEFE84BA7}" destId="{903CD8DE-AE59-46FA-9707-0A81C5D6011D}" srcOrd="0" destOrd="0" presId="urn:microsoft.com/office/officeart/2005/8/layout/vList2"/>
    <dgm:cxn modelId="{4F9125A8-3480-42E8-A918-E16B90B26FEF}" type="presOf" srcId="{AF58E666-3A13-4529-9FD0-32556CF36E77}" destId="{757F7561-0198-41CF-9B49-80622AB05A7B}" srcOrd="0" destOrd="0" presId="urn:microsoft.com/office/officeart/2005/8/layout/vList2"/>
    <dgm:cxn modelId="{BE5BC6AB-2170-4A4B-84E4-9E98C7A642AF}" srcId="{A830F2F6-67EA-4460-8A80-B6742D66FB71}" destId="{75776280-1552-49E9-80BA-F8D3E4434F72}" srcOrd="4" destOrd="0" parTransId="{468F1EE9-6CE8-44EB-8242-B03C8183FF4B}" sibTransId="{067C4529-69F1-4438-8B98-77CAEB162AD2}"/>
    <dgm:cxn modelId="{D43AB0CB-2357-4C7E-BB00-7907785044EC}" type="presOf" srcId="{A830F2F6-67EA-4460-8A80-B6742D66FB71}" destId="{A9E93A95-9415-4DE5-9DFC-6DD1623DF242}" srcOrd="0" destOrd="0" presId="urn:microsoft.com/office/officeart/2005/8/layout/vList2"/>
    <dgm:cxn modelId="{EABF76D5-49B1-4CA5-8630-A08F8F3EC9BA}" type="presOf" srcId="{BC8764C9-E729-4DB0-8326-72AD8DCF4C98}" destId="{BDF95DA1-95FC-48DA-BB71-8AF31E9230C8}" srcOrd="0" destOrd="0" presId="urn:microsoft.com/office/officeart/2005/8/layout/vList2"/>
    <dgm:cxn modelId="{43AB3AD9-FB5E-4921-9B43-FAB175FA2A97}" srcId="{A830F2F6-67EA-4460-8A80-B6742D66FB71}" destId="{4741A752-D47F-46F8-81F7-2737CC7232B3}" srcOrd="6" destOrd="0" parTransId="{E9AFD4F4-1C7C-4950-8637-178418AB6D9E}" sibTransId="{5B28729F-9539-47A8-8746-F1A756A21DA1}"/>
    <dgm:cxn modelId="{1A1B1FE5-21A7-4911-A1F1-6D9C0090E2DD}" type="presOf" srcId="{43E0B885-FD34-480A-9C94-F61C9B7C0EAF}" destId="{E4809336-87CF-4942-9A0F-4DEEC580141C}" srcOrd="0" destOrd="0" presId="urn:microsoft.com/office/officeart/2005/8/layout/vList2"/>
    <dgm:cxn modelId="{CF41D2B8-B1B3-4FEF-B3EB-02E55280F5D6}" type="presParOf" srcId="{A9E93A95-9415-4DE5-9DFC-6DD1623DF242}" destId="{E4809336-87CF-4942-9A0F-4DEEC580141C}" srcOrd="0" destOrd="0" presId="urn:microsoft.com/office/officeart/2005/8/layout/vList2"/>
    <dgm:cxn modelId="{08C42803-9FAB-4AC8-B3C2-90D085CA19E5}" type="presParOf" srcId="{A9E93A95-9415-4DE5-9DFC-6DD1623DF242}" destId="{92116208-4FA6-43D8-BD44-03110150F308}" srcOrd="1" destOrd="0" presId="urn:microsoft.com/office/officeart/2005/8/layout/vList2"/>
    <dgm:cxn modelId="{895907CD-0C2F-4F01-A964-AB77501A43DC}" type="presParOf" srcId="{A9E93A95-9415-4DE5-9DFC-6DD1623DF242}" destId="{757F7561-0198-41CF-9B49-80622AB05A7B}" srcOrd="2" destOrd="0" presId="urn:microsoft.com/office/officeart/2005/8/layout/vList2"/>
    <dgm:cxn modelId="{5350251B-DC45-4471-BF5A-9ECC2532BEA9}" type="presParOf" srcId="{A9E93A95-9415-4DE5-9DFC-6DD1623DF242}" destId="{F78BDCA2-E7F0-4B80-A127-3CB605D63138}" srcOrd="3" destOrd="0" presId="urn:microsoft.com/office/officeart/2005/8/layout/vList2"/>
    <dgm:cxn modelId="{E1141AB5-B18D-4F18-B568-CCA4A4EE0F26}" type="presParOf" srcId="{A9E93A95-9415-4DE5-9DFC-6DD1623DF242}" destId="{BDF95DA1-95FC-48DA-BB71-8AF31E9230C8}" srcOrd="4" destOrd="0" presId="urn:microsoft.com/office/officeart/2005/8/layout/vList2"/>
    <dgm:cxn modelId="{6B051B56-F223-46FA-BF92-5A1560B01293}" type="presParOf" srcId="{A9E93A95-9415-4DE5-9DFC-6DD1623DF242}" destId="{B0641033-5155-46CE-B865-C893126BD0C4}" srcOrd="5" destOrd="0" presId="urn:microsoft.com/office/officeart/2005/8/layout/vList2"/>
    <dgm:cxn modelId="{8A3B4189-DCD9-4201-B467-1FFE929BF1FF}" type="presParOf" srcId="{A9E93A95-9415-4DE5-9DFC-6DD1623DF242}" destId="{A0B26E55-CB64-4554-8C82-6AA055EFDDB2}" srcOrd="6" destOrd="0" presId="urn:microsoft.com/office/officeart/2005/8/layout/vList2"/>
    <dgm:cxn modelId="{35A10C36-DB18-4E7A-A556-88DE7808DB37}" type="presParOf" srcId="{A9E93A95-9415-4DE5-9DFC-6DD1623DF242}" destId="{7E146907-DC21-4DE3-97B7-A5CC1B85B850}" srcOrd="7" destOrd="0" presId="urn:microsoft.com/office/officeart/2005/8/layout/vList2"/>
    <dgm:cxn modelId="{9659D776-7D76-4C0E-A0BD-AF2080E54EA3}" type="presParOf" srcId="{A9E93A95-9415-4DE5-9DFC-6DD1623DF242}" destId="{E8B49344-ACF6-4A08-8A64-AAE5D084E874}" srcOrd="8" destOrd="0" presId="urn:microsoft.com/office/officeart/2005/8/layout/vList2"/>
    <dgm:cxn modelId="{1E71C7CE-A122-4982-B6EB-90F2857B4546}" type="presParOf" srcId="{A9E93A95-9415-4DE5-9DFC-6DD1623DF242}" destId="{B5C15CBB-066C-4768-AC88-FCE522771BF1}" srcOrd="9" destOrd="0" presId="urn:microsoft.com/office/officeart/2005/8/layout/vList2"/>
    <dgm:cxn modelId="{2DFF0A73-647A-45E7-8255-A7ECF44A7044}" type="presParOf" srcId="{A9E93A95-9415-4DE5-9DFC-6DD1623DF242}" destId="{903CD8DE-AE59-46FA-9707-0A81C5D6011D}" srcOrd="10" destOrd="0" presId="urn:microsoft.com/office/officeart/2005/8/layout/vList2"/>
    <dgm:cxn modelId="{1F10AE9C-F2DB-472D-A248-67C97DC15F10}" type="presParOf" srcId="{A9E93A95-9415-4DE5-9DFC-6DD1623DF242}" destId="{2EB511D4-065B-4024-A3D8-8D36BCA92317}" srcOrd="11" destOrd="0" presId="urn:microsoft.com/office/officeart/2005/8/layout/vList2"/>
    <dgm:cxn modelId="{F07FA51D-D9FA-4DE4-BA30-5E0310091FF9}" type="presParOf" srcId="{A9E93A95-9415-4DE5-9DFC-6DD1623DF242}" destId="{502AFAD9-F084-40FA-BA5F-09E1EDDCEE1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AB4F59F-2E44-43EA-AB6C-20CBD1FEFD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077CE1-9129-44BB-AE9B-9BE69EBBCEEE}">
      <dgm:prSet/>
      <dgm:spPr/>
      <dgm:t>
        <a:bodyPr/>
        <a:lstStyle/>
        <a:p>
          <a:pPr>
            <a:defRPr cap="all"/>
          </a:pPr>
          <a:r>
            <a:rPr lang="en-US"/>
            <a:t>Objetos exibem brilho especular</a:t>
          </a:r>
        </a:p>
      </dgm:t>
    </dgm:pt>
    <dgm:pt modelId="{CB84BBCB-D357-45CB-BC26-720CF68A1712}" type="parTrans" cxnId="{A55B7839-285A-41C0-ABED-7FFF0858E4F2}">
      <dgm:prSet/>
      <dgm:spPr/>
      <dgm:t>
        <a:bodyPr/>
        <a:lstStyle/>
        <a:p>
          <a:endParaRPr lang="en-US"/>
        </a:p>
      </dgm:t>
    </dgm:pt>
    <dgm:pt modelId="{1FD5DBA8-9F04-4DB3-9B04-D83E30B6E4D6}" type="sibTrans" cxnId="{A55B7839-285A-41C0-ABED-7FFF0858E4F2}">
      <dgm:prSet/>
      <dgm:spPr/>
      <dgm:t>
        <a:bodyPr/>
        <a:lstStyle/>
        <a:p>
          <a:endParaRPr lang="en-US"/>
        </a:p>
      </dgm:t>
    </dgm:pt>
    <dgm:pt modelId="{05ABF98E-3A64-4A2F-AE98-2F8531002F94}">
      <dgm:prSet/>
      <dgm:spPr/>
      <dgm:t>
        <a:bodyPr/>
        <a:lstStyle/>
        <a:p>
          <a:pPr>
            <a:defRPr cap="all"/>
          </a:pPr>
          <a:r>
            <a:rPr lang="en-US"/>
            <a:t>Reflexões entre esferas e no chão</a:t>
          </a:r>
        </a:p>
      </dgm:t>
    </dgm:pt>
    <dgm:pt modelId="{365AE570-8DD4-4729-9710-F615B4841EFD}" type="parTrans" cxnId="{2057E957-A53C-467D-9A44-E0D12189014C}">
      <dgm:prSet/>
      <dgm:spPr/>
      <dgm:t>
        <a:bodyPr/>
        <a:lstStyle/>
        <a:p>
          <a:endParaRPr lang="en-US"/>
        </a:p>
      </dgm:t>
    </dgm:pt>
    <dgm:pt modelId="{A194F0AC-D72C-42AF-A507-7721392B7E3F}" type="sibTrans" cxnId="{2057E957-A53C-467D-9A44-E0D12189014C}">
      <dgm:prSet/>
      <dgm:spPr/>
      <dgm:t>
        <a:bodyPr/>
        <a:lstStyle/>
        <a:p>
          <a:endParaRPr lang="en-US"/>
        </a:p>
      </dgm:t>
    </dgm:pt>
    <dgm:pt modelId="{7075A5D2-0B42-4E6E-AE27-23F604B0B592}">
      <dgm:prSet/>
      <dgm:spPr/>
      <dgm:t>
        <a:bodyPr/>
        <a:lstStyle/>
        <a:p>
          <a:pPr>
            <a:defRPr cap="all"/>
          </a:pPr>
          <a:r>
            <a:rPr lang="en-US"/>
            <a:t>Sombras coerentes com a posição da luz</a:t>
          </a:r>
        </a:p>
      </dgm:t>
    </dgm:pt>
    <dgm:pt modelId="{590C2070-24AE-4C5F-97E5-4F0EF69E2403}" type="parTrans" cxnId="{7E532176-6BC0-43CB-936B-967FF5788758}">
      <dgm:prSet/>
      <dgm:spPr/>
      <dgm:t>
        <a:bodyPr/>
        <a:lstStyle/>
        <a:p>
          <a:endParaRPr lang="en-US"/>
        </a:p>
      </dgm:t>
    </dgm:pt>
    <dgm:pt modelId="{69DB16E5-BA84-4B3E-955B-102EAAF6262B}" type="sibTrans" cxnId="{7E532176-6BC0-43CB-936B-967FF5788758}">
      <dgm:prSet/>
      <dgm:spPr/>
      <dgm:t>
        <a:bodyPr/>
        <a:lstStyle/>
        <a:p>
          <a:endParaRPr lang="en-US"/>
        </a:p>
      </dgm:t>
    </dgm:pt>
    <dgm:pt modelId="{F09C9A83-43AD-4975-AED9-CAC6E3633BA4}">
      <dgm:prSet/>
      <dgm:spPr/>
      <dgm:t>
        <a:bodyPr/>
        <a:lstStyle/>
        <a:p>
          <a:pPr>
            <a:defRPr cap="all"/>
          </a:pPr>
          <a:r>
            <a:rPr lang="en-US"/>
            <a:t>Profundidade e contraste visuais realistas</a:t>
          </a:r>
        </a:p>
      </dgm:t>
    </dgm:pt>
    <dgm:pt modelId="{BF6D141D-24A5-41F0-86D1-1E593347457B}" type="parTrans" cxnId="{8B042C2A-0AAC-4150-8BBB-0FF3D0135C16}">
      <dgm:prSet/>
      <dgm:spPr/>
      <dgm:t>
        <a:bodyPr/>
        <a:lstStyle/>
        <a:p>
          <a:endParaRPr lang="en-US"/>
        </a:p>
      </dgm:t>
    </dgm:pt>
    <dgm:pt modelId="{A182BE81-DE63-4CB1-A281-D21FFA53B87C}" type="sibTrans" cxnId="{8B042C2A-0AAC-4150-8BBB-0FF3D0135C16}">
      <dgm:prSet/>
      <dgm:spPr/>
      <dgm:t>
        <a:bodyPr/>
        <a:lstStyle/>
        <a:p>
          <a:endParaRPr lang="en-US"/>
        </a:p>
      </dgm:t>
    </dgm:pt>
    <dgm:pt modelId="{5D1A9F11-D833-4E6A-A093-5395B30526C7}">
      <dgm:prSet/>
      <dgm:spPr/>
      <dgm:t>
        <a:bodyPr/>
        <a:lstStyle/>
        <a:p>
          <a:pPr>
            <a:defRPr cap="all"/>
          </a:pPr>
          <a:r>
            <a:rPr lang="en-US"/>
            <a:t>Confirma os conceitos apresentados no artigo</a:t>
          </a:r>
        </a:p>
      </dgm:t>
    </dgm:pt>
    <dgm:pt modelId="{3969BD67-3877-4A5D-A36D-8B9677D52793}" type="parTrans" cxnId="{49F87C08-89D5-43D7-ACEB-04E965820AD4}">
      <dgm:prSet/>
      <dgm:spPr/>
      <dgm:t>
        <a:bodyPr/>
        <a:lstStyle/>
        <a:p>
          <a:endParaRPr lang="en-US"/>
        </a:p>
      </dgm:t>
    </dgm:pt>
    <dgm:pt modelId="{163A0A16-70AE-4FF6-B18F-5AD2CD7658AF}" type="sibTrans" cxnId="{49F87C08-89D5-43D7-ACEB-04E965820AD4}">
      <dgm:prSet/>
      <dgm:spPr/>
      <dgm:t>
        <a:bodyPr/>
        <a:lstStyle/>
        <a:p>
          <a:endParaRPr lang="en-US"/>
        </a:p>
      </dgm:t>
    </dgm:pt>
    <dgm:pt modelId="{D6C548C2-5E47-4C5A-8ADF-09EF93E0197F}" type="pres">
      <dgm:prSet presAssocID="{1AB4F59F-2E44-43EA-AB6C-20CBD1FEFD27}" presName="root" presStyleCnt="0">
        <dgm:presLayoutVars>
          <dgm:dir/>
          <dgm:resizeHandles val="exact"/>
        </dgm:presLayoutVars>
      </dgm:prSet>
      <dgm:spPr/>
    </dgm:pt>
    <dgm:pt modelId="{855DB007-AB68-4A0A-9398-7C2430280535}" type="pres">
      <dgm:prSet presAssocID="{BD077CE1-9129-44BB-AE9B-9BE69EBBCEEE}" presName="compNode" presStyleCnt="0"/>
      <dgm:spPr/>
    </dgm:pt>
    <dgm:pt modelId="{48E01255-A95B-46BB-B8D9-6280B08FE92F}" type="pres">
      <dgm:prSet presAssocID="{BD077CE1-9129-44BB-AE9B-9BE69EBBCEEE}" presName="iconBgRect" presStyleLbl="bgShp" presStyleIdx="0" presStyleCnt="5"/>
      <dgm:spPr/>
    </dgm:pt>
    <dgm:pt modelId="{A3EC9BA2-8EE5-4BEB-B8FD-747E8D6D3033}" type="pres">
      <dgm:prSet presAssocID="{BD077CE1-9129-44BB-AE9B-9BE69EBBCE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571B23C2-1BBD-446A-A428-EE0608D1A7A0}" type="pres">
      <dgm:prSet presAssocID="{BD077CE1-9129-44BB-AE9B-9BE69EBBCEEE}" presName="spaceRect" presStyleCnt="0"/>
      <dgm:spPr/>
    </dgm:pt>
    <dgm:pt modelId="{830B313E-0653-4E05-9F67-7A6D6F199EB0}" type="pres">
      <dgm:prSet presAssocID="{BD077CE1-9129-44BB-AE9B-9BE69EBBCEEE}" presName="textRect" presStyleLbl="revTx" presStyleIdx="0" presStyleCnt="5">
        <dgm:presLayoutVars>
          <dgm:chMax val="1"/>
          <dgm:chPref val="1"/>
        </dgm:presLayoutVars>
      </dgm:prSet>
      <dgm:spPr/>
    </dgm:pt>
    <dgm:pt modelId="{919C8AD9-8C9D-4CDC-834C-882D75773884}" type="pres">
      <dgm:prSet presAssocID="{1FD5DBA8-9F04-4DB3-9B04-D83E30B6E4D6}" presName="sibTrans" presStyleCnt="0"/>
      <dgm:spPr/>
    </dgm:pt>
    <dgm:pt modelId="{D0D60920-BA8C-4DB1-9476-8A036CB4BA73}" type="pres">
      <dgm:prSet presAssocID="{05ABF98E-3A64-4A2F-AE98-2F8531002F94}" presName="compNode" presStyleCnt="0"/>
      <dgm:spPr/>
    </dgm:pt>
    <dgm:pt modelId="{D4E068F6-7625-4C74-A1CB-8810A3A40C27}" type="pres">
      <dgm:prSet presAssocID="{05ABF98E-3A64-4A2F-AE98-2F8531002F94}" presName="iconBgRect" presStyleLbl="bgShp" presStyleIdx="1" presStyleCnt="5"/>
      <dgm:spPr/>
    </dgm:pt>
    <dgm:pt modelId="{7F40262D-2714-4244-A31E-2FF02BF04652}" type="pres">
      <dgm:prSet presAssocID="{05ABF98E-3A64-4A2F-AE98-2F8531002F9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DB6FF021-AF4A-428B-92DC-68D51C1DA220}" type="pres">
      <dgm:prSet presAssocID="{05ABF98E-3A64-4A2F-AE98-2F8531002F94}" presName="spaceRect" presStyleCnt="0"/>
      <dgm:spPr/>
    </dgm:pt>
    <dgm:pt modelId="{08BC225F-37BA-42F2-B782-2C9483F85C99}" type="pres">
      <dgm:prSet presAssocID="{05ABF98E-3A64-4A2F-AE98-2F8531002F94}" presName="textRect" presStyleLbl="revTx" presStyleIdx="1" presStyleCnt="5">
        <dgm:presLayoutVars>
          <dgm:chMax val="1"/>
          <dgm:chPref val="1"/>
        </dgm:presLayoutVars>
      </dgm:prSet>
      <dgm:spPr/>
    </dgm:pt>
    <dgm:pt modelId="{5E424FAE-EB86-4FE3-A33B-355918DFE7D6}" type="pres">
      <dgm:prSet presAssocID="{A194F0AC-D72C-42AF-A507-7721392B7E3F}" presName="sibTrans" presStyleCnt="0"/>
      <dgm:spPr/>
    </dgm:pt>
    <dgm:pt modelId="{AD4B9FF3-9281-48B7-B9CD-BBF58D884B7B}" type="pres">
      <dgm:prSet presAssocID="{7075A5D2-0B42-4E6E-AE27-23F604B0B592}" presName="compNode" presStyleCnt="0"/>
      <dgm:spPr/>
    </dgm:pt>
    <dgm:pt modelId="{04B2AC98-9937-4DF0-ADE7-A36E881B8AC9}" type="pres">
      <dgm:prSet presAssocID="{7075A5D2-0B42-4E6E-AE27-23F604B0B592}" presName="iconBgRect" presStyleLbl="bgShp" presStyleIdx="2" presStyleCnt="5"/>
      <dgm:spPr/>
    </dgm:pt>
    <dgm:pt modelId="{93BF308D-A507-43DB-AB73-3AE5C2AEFFF4}" type="pres">
      <dgm:prSet presAssocID="{7075A5D2-0B42-4E6E-AE27-23F604B0B59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"/>
        </a:ext>
      </dgm:extLst>
    </dgm:pt>
    <dgm:pt modelId="{ED9AE5AE-6583-472E-B82C-65D650D1968A}" type="pres">
      <dgm:prSet presAssocID="{7075A5D2-0B42-4E6E-AE27-23F604B0B592}" presName="spaceRect" presStyleCnt="0"/>
      <dgm:spPr/>
    </dgm:pt>
    <dgm:pt modelId="{FE3363D0-496A-4AFA-9337-468141CF4C20}" type="pres">
      <dgm:prSet presAssocID="{7075A5D2-0B42-4E6E-AE27-23F604B0B592}" presName="textRect" presStyleLbl="revTx" presStyleIdx="2" presStyleCnt="5">
        <dgm:presLayoutVars>
          <dgm:chMax val="1"/>
          <dgm:chPref val="1"/>
        </dgm:presLayoutVars>
      </dgm:prSet>
      <dgm:spPr/>
    </dgm:pt>
    <dgm:pt modelId="{9E539E8C-2989-4288-9059-F1D839576064}" type="pres">
      <dgm:prSet presAssocID="{69DB16E5-BA84-4B3E-955B-102EAAF6262B}" presName="sibTrans" presStyleCnt="0"/>
      <dgm:spPr/>
    </dgm:pt>
    <dgm:pt modelId="{B99848C8-480F-4D58-B409-736BA5D9BF2C}" type="pres">
      <dgm:prSet presAssocID="{F09C9A83-43AD-4975-AED9-CAC6E3633BA4}" presName="compNode" presStyleCnt="0"/>
      <dgm:spPr/>
    </dgm:pt>
    <dgm:pt modelId="{79A39140-D559-46ED-8BC3-9BC3CAC26492}" type="pres">
      <dgm:prSet presAssocID="{F09C9A83-43AD-4975-AED9-CAC6E3633BA4}" presName="iconBgRect" presStyleLbl="bgShp" presStyleIdx="3" presStyleCnt="5"/>
      <dgm:spPr/>
    </dgm:pt>
    <dgm:pt modelId="{130B9563-4206-4594-8C6F-BA5E36B081CE}" type="pres">
      <dgm:prSet presAssocID="{F09C9A83-43AD-4975-AED9-CAC6E3633B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6DF89662-1887-46AD-8585-53087C898AD8}" type="pres">
      <dgm:prSet presAssocID="{F09C9A83-43AD-4975-AED9-CAC6E3633BA4}" presName="spaceRect" presStyleCnt="0"/>
      <dgm:spPr/>
    </dgm:pt>
    <dgm:pt modelId="{FA89D782-5A98-4775-A809-9DBF4EDA8324}" type="pres">
      <dgm:prSet presAssocID="{F09C9A83-43AD-4975-AED9-CAC6E3633BA4}" presName="textRect" presStyleLbl="revTx" presStyleIdx="3" presStyleCnt="5">
        <dgm:presLayoutVars>
          <dgm:chMax val="1"/>
          <dgm:chPref val="1"/>
        </dgm:presLayoutVars>
      </dgm:prSet>
      <dgm:spPr/>
    </dgm:pt>
    <dgm:pt modelId="{069D46C8-1611-4E3C-9976-0C23E4BEB886}" type="pres">
      <dgm:prSet presAssocID="{A182BE81-DE63-4CB1-A281-D21FFA53B87C}" presName="sibTrans" presStyleCnt="0"/>
      <dgm:spPr/>
    </dgm:pt>
    <dgm:pt modelId="{DD831C41-C89D-462D-AD4E-5C029F9C3658}" type="pres">
      <dgm:prSet presAssocID="{5D1A9F11-D833-4E6A-A093-5395B30526C7}" presName="compNode" presStyleCnt="0"/>
      <dgm:spPr/>
    </dgm:pt>
    <dgm:pt modelId="{08DAC516-8E8D-4E26-BA6A-A1471FE2C1E8}" type="pres">
      <dgm:prSet presAssocID="{5D1A9F11-D833-4E6A-A093-5395B30526C7}" presName="iconBgRect" presStyleLbl="bgShp" presStyleIdx="4" presStyleCnt="5"/>
      <dgm:spPr/>
    </dgm:pt>
    <dgm:pt modelId="{2EE4605A-3843-48D0-9CBD-17B10A104C9A}" type="pres">
      <dgm:prSet presAssocID="{5D1A9F11-D833-4E6A-A093-5395B30526C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4464145E-A5F3-4374-A7F1-9F243B4FA7DA}" type="pres">
      <dgm:prSet presAssocID="{5D1A9F11-D833-4E6A-A093-5395B30526C7}" presName="spaceRect" presStyleCnt="0"/>
      <dgm:spPr/>
    </dgm:pt>
    <dgm:pt modelId="{9C1AB54D-D005-4947-9154-ED62BAE056F5}" type="pres">
      <dgm:prSet presAssocID="{5D1A9F11-D833-4E6A-A093-5395B30526C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9F87C08-89D5-43D7-ACEB-04E965820AD4}" srcId="{1AB4F59F-2E44-43EA-AB6C-20CBD1FEFD27}" destId="{5D1A9F11-D833-4E6A-A093-5395B30526C7}" srcOrd="4" destOrd="0" parTransId="{3969BD67-3877-4A5D-A36D-8B9677D52793}" sibTransId="{163A0A16-70AE-4FF6-B18F-5AD2CD7658AF}"/>
    <dgm:cxn modelId="{74C9331C-88ED-4B97-88A2-840FCDE95F80}" type="presOf" srcId="{F09C9A83-43AD-4975-AED9-CAC6E3633BA4}" destId="{FA89D782-5A98-4775-A809-9DBF4EDA8324}" srcOrd="0" destOrd="0" presId="urn:microsoft.com/office/officeart/2018/5/layout/IconCircleLabelList"/>
    <dgm:cxn modelId="{8B042C2A-0AAC-4150-8BBB-0FF3D0135C16}" srcId="{1AB4F59F-2E44-43EA-AB6C-20CBD1FEFD27}" destId="{F09C9A83-43AD-4975-AED9-CAC6E3633BA4}" srcOrd="3" destOrd="0" parTransId="{BF6D141D-24A5-41F0-86D1-1E593347457B}" sibTransId="{A182BE81-DE63-4CB1-A281-D21FFA53B87C}"/>
    <dgm:cxn modelId="{A55B7839-285A-41C0-ABED-7FFF0858E4F2}" srcId="{1AB4F59F-2E44-43EA-AB6C-20CBD1FEFD27}" destId="{BD077CE1-9129-44BB-AE9B-9BE69EBBCEEE}" srcOrd="0" destOrd="0" parTransId="{CB84BBCB-D357-45CB-BC26-720CF68A1712}" sibTransId="{1FD5DBA8-9F04-4DB3-9B04-D83E30B6E4D6}"/>
    <dgm:cxn modelId="{2E42AE4B-1728-42D5-9397-F8611F6FF496}" type="presOf" srcId="{1AB4F59F-2E44-43EA-AB6C-20CBD1FEFD27}" destId="{D6C548C2-5E47-4C5A-8ADF-09EF93E0197F}" srcOrd="0" destOrd="0" presId="urn:microsoft.com/office/officeart/2018/5/layout/IconCircleLabelList"/>
    <dgm:cxn modelId="{7E532176-6BC0-43CB-936B-967FF5788758}" srcId="{1AB4F59F-2E44-43EA-AB6C-20CBD1FEFD27}" destId="{7075A5D2-0B42-4E6E-AE27-23F604B0B592}" srcOrd="2" destOrd="0" parTransId="{590C2070-24AE-4C5F-97E5-4F0EF69E2403}" sibTransId="{69DB16E5-BA84-4B3E-955B-102EAAF6262B}"/>
    <dgm:cxn modelId="{2057E957-A53C-467D-9A44-E0D12189014C}" srcId="{1AB4F59F-2E44-43EA-AB6C-20CBD1FEFD27}" destId="{05ABF98E-3A64-4A2F-AE98-2F8531002F94}" srcOrd="1" destOrd="0" parTransId="{365AE570-8DD4-4729-9710-F615B4841EFD}" sibTransId="{A194F0AC-D72C-42AF-A507-7721392B7E3F}"/>
    <dgm:cxn modelId="{4C443696-6C54-4177-B722-C168DDEA34FB}" type="presOf" srcId="{5D1A9F11-D833-4E6A-A093-5395B30526C7}" destId="{9C1AB54D-D005-4947-9154-ED62BAE056F5}" srcOrd="0" destOrd="0" presId="urn:microsoft.com/office/officeart/2018/5/layout/IconCircleLabelList"/>
    <dgm:cxn modelId="{E71D60A0-1A63-4254-ACE5-EB39A427294C}" type="presOf" srcId="{BD077CE1-9129-44BB-AE9B-9BE69EBBCEEE}" destId="{830B313E-0653-4E05-9F67-7A6D6F199EB0}" srcOrd="0" destOrd="0" presId="urn:microsoft.com/office/officeart/2018/5/layout/IconCircleLabelList"/>
    <dgm:cxn modelId="{67AC37F2-5692-4E98-B1C7-A7B885374C00}" type="presOf" srcId="{05ABF98E-3A64-4A2F-AE98-2F8531002F94}" destId="{08BC225F-37BA-42F2-B782-2C9483F85C99}" srcOrd="0" destOrd="0" presId="urn:microsoft.com/office/officeart/2018/5/layout/IconCircleLabelList"/>
    <dgm:cxn modelId="{F1C77EFC-D2E3-4C3B-81D7-94627E0E7612}" type="presOf" srcId="{7075A5D2-0B42-4E6E-AE27-23F604B0B592}" destId="{FE3363D0-496A-4AFA-9337-468141CF4C20}" srcOrd="0" destOrd="0" presId="urn:microsoft.com/office/officeart/2018/5/layout/IconCircleLabelList"/>
    <dgm:cxn modelId="{4195BD70-9373-47AE-90BF-70A19B0C8061}" type="presParOf" srcId="{D6C548C2-5E47-4C5A-8ADF-09EF93E0197F}" destId="{855DB007-AB68-4A0A-9398-7C2430280535}" srcOrd="0" destOrd="0" presId="urn:microsoft.com/office/officeart/2018/5/layout/IconCircleLabelList"/>
    <dgm:cxn modelId="{91639BE7-F5CB-48EC-9DAB-4FA147194D02}" type="presParOf" srcId="{855DB007-AB68-4A0A-9398-7C2430280535}" destId="{48E01255-A95B-46BB-B8D9-6280B08FE92F}" srcOrd="0" destOrd="0" presId="urn:microsoft.com/office/officeart/2018/5/layout/IconCircleLabelList"/>
    <dgm:cxn modelId="{AC74223F-F5C8-4A5A-872E-4B4E705D06FE}" type="presParOf" srcId="{855DB007-AB68-4A0A-9398-7C2430280535}" destId="{A3EC9BA2-8EE5-4BEB-B8FD-747E8D6D3033}" srcOrd="1" destOrd="0" presId="urn:microsoft.com/office/officeart/2018/5/layout/IconCircleLabelList"/>
    <dgm:cxn modelId="{4CF1234D-9C7B-48FB-89F0-C168A2C714C1}" type="presParOf" srcId="{855DB007-AB68-4A0A-9398-7C2430280535}" destId="{571B23C2-1BBD-446A-A428-EE0608D1A7A0}" srcOrd="2" destOrd="0" presId="urn:microsoft.com/office/officeart/2018/5/layout/IconCircleLabelList"/>
    <dgm:cxn modelId="{C7D6FF83-4686-4F73-A532-8E58070A2824}" type="presParOf" srcId="{855DB007-AB68-4A0A-9398-7C2430280535}" destId="{830B313E-0653-4E05-9F67-7A6D6F199EB0}" srcOrd="3" destOrd="0" presId="urn:microsoft.com/office/officeart/2018/5/layout/IconCircleLabelList"/>
    <dgm:cxn modelId="{E7963239-F264-4FED-9CFB-99FAB57E4DE3}" type="presParOf" srcId="{D6C548C2-5E47-4C5A-8ADF-09EF93E0197F}" destId="{919C8AD9-8C9D-4CDC-834C-882D75773884}" srcOrd="1" destOrd="0" presId="urn:microsoft.com/office/officeart/2018/5/layout/IconCircleLabelList"/>
    <dgm:cxn modelId="{381D7C39-4F27-42DC-A38C-05A9B71EE453}" type="presParOf" srcId="{D6C548C2-5E47-4C5A-8ADF-09EF93E0197F}" destId="{D0D60920-BA8C-4DB1-9476-8A036CB4BA73}" srcOrd="2" destOrd="0" presId="urn:microsoft.com/office/officeart/2018/5/layout/IconCircleLabelList"/>
    <dgm:cxn modelId="{59F6B03A-25F6-42AD-A6C4-49754D19AF6B}" type="presParOf" srcId="{D0D60920-BA8C-4DB1-9476-8A036CB4BA73}" destId="{D4E068F6-7625-4C74-A1CB-8810A3A40C27}" srcOrd="0" destOrd="0" presId="urn:microsoft.com/office/officeart/2018/5/layout/IconCircleLabelList"/>
    <dgm:cxn modelId="{3A1DE0FC-3430-4DB2-B7B6-DA6C25F7288D}" type="presParOf" srcId="{D0D60920-BA8C-4DB1-9476-8A036CB4BA73}" destId="{7F40262D-2714-4244-A31E-2FF02BF04652}" srcOrd="1" destOrd="0" presId="urn:microsoft.com/office/officeart/2018/5/layout/IconCircleLabelList"/>
    <dgm:cxn modelId="{24C16CEE-570D-479F-93B2-10AA417803C4}" type="presParOf" srcId="{D0D60920-BA8C-4DB1-9476-8A036CB4BA73}" destId="{DB6FF021-AF4A-428B-92DC-68D51C1DA220}" srcOrd="2" destOrd="0" presId="urn:microsoft.com/office/officeart/2018/5/layout/IconCircleLabelList"/>
    <dgm:cxn modelId="{DB1E2439-CE99-4BC0-8639-1157B08826C2}" type="presParOf" srcId="{D0D60920-BA8C-4DB1-9476-8A036CB4BA73}" destId="{08BC225F-37BA-42F2-B782-2C9483F85C99}" srcOrd="3" destOrd="0" presId="urn:microsoft.com/office/officeart/2018/5/layout/IconCircleLabelList"/>
    <dgm:cxn modelId="{DB6E23B8-DB54-4D8C-95C5-6D951F856060}" type="presParOf" srcId="{D6C548C2-5E47-4C5A-8ADF-09EF93E0197F}" destId="{5E424FAE-EB86-4FE3-A33B-355918DFE7D6}" srcOrd="3" destOrd="0" presId="urn:microsoft.com/office/officeart/2018/5/layout/IconCircleLabelList"/>
    <dgm:cxn modelId="{63A0D057-02C8-4949-8758-315C78996D06}" type="presParOf" srcId="{D6C548C2-5E47-4C5A-8ADF-09EF93E0197F}" destId="{AD4B9FF3-9281-48B7-B9CD-BBF58D884B7B}" srcOrd="4" destOrd="0" presId="urn:microsoft.com/office/officeart/2018/5/layout/IconCircleLabelList"/>
    <dgm:cxn modelId="{B2FDF560-D74C-4831-BD47-70DEB71AFC46}" type="presParOf" srcId="{AD4B9FF3-9281-48B7-B9CD-BBF58D884B7B}" destId="{04B2AC98-9937-4DF0-ADE7-A36E881B8AC9}" srcOrd="0" destOrd="0" presId="urn:microsoft.com/office/officeart/2018/5/layout/IconCircleLabelList"/>
    <dgm:cxn modelId="{D0D5B888-713B-4F09-8E0E-3450342A9D7A}" type="presParOf" srcId="{AD4B9FF3-9281-48B7-B9CD-BBF58D884B7B}" destId="{93BF308D-A507-43DB-AB73-3AE5C2AEFFF4}" srcOrd="1" destOrd="0" presId="urn:microsoft.com/office/officeart/2018/5/layout/IconCircleLabelList"/>
    <dgm:cxn modelId="{7A374B05-D85A-4334-924D-A785A59FC502}" type="presParOf" srcId="{AD4B9FF3-9281-48B7-B9CD-BBF58D884B7B}" destId="{ED9AE5AE-6583-472E-B82C-65D650D1968A}" srcOrd="2" destOrd="0" presId="urn:microsoft.com/office/officeart/2018/5/layout/IconCircleLabelList"/>
    <dgm:cxn modelId="{0D40E235-A651-4033-BDFA-194F0333DCCA}" type="presParOf" srcId="{AD4B9FF3-9281-48B7-B9CD-BBF58D884B7B}" destId="{FE3363D0-496A-4AFA-9337-468141CF4C20}" srcOrd="3" destOrd="0" presId="urn:microsoft.com/office/officeart/2018/5/layout/IconCircleLabelList"/>
    <dgm:cxn modelId="{9420963C-B7DF-4710-BB54-7AD5972E452B}" type="presParOf" srcId="{D6C548C2-5E47-4C5A-8ADF-09EF93E0197F}" destId="{9E539E8C-2989-4288-9059-F1D839576064}" srcOrd="5" destOrd="0" presId="urn:microsoft.com/office/officeart/2018/5/layout/IconCircleLabelList"/>
    <dgm:cxn modelId="{311549FB-90EA-4149-BCB8-95F30FB92963}" type="presParOf" srcId="{D6C548C2-5E47-4C5A-8ADF-09EF93E0197F}" destId="{B99848C8-480F-4D58-B409-736BA5D9BF2C}" srcOrd="6" destOrd="0" presId="urn:microsoft.com/office/officeart/2018/5/layout/IconCircleLabelList"/>
    <dgm:cxn modelId="{023072B3-328C-423C-9E1B-F9C3D73356C8}" type="presParOf" srcId="{B99848C8-480F-4D58-B409-736BA5D9BF2C}" destId="{79A39140-D559-46ED-8BC3-9BC3CAC26492}" srcOrd="0" destOrd="0" presId="urn:microsoft.com/office/officeart/2018/5/layout/IconCircleLabelList"/>
    <dgm:cxn modelId="{B9CFE3BD-DCC8-4DB4-9DB4-457D864FB4B5}" type="presParOf" srcId="{B99848C8-480F-4D58-B409-736BA5D9BF2C}" destId="{130B9563-4206-4594-8C6F-BA5E36B081CE}" srcOrd="1" destOrd="0" presId="urn:microsoft.com/office/officeart/2018/5/layout/IconCircleLabelList"/>
    <dgm:cxn modelId="{7314E833-81AE-49F5-A867-98E2DE5C967D}" type="presParOf" srcId="{B99848C8-480F-4D58-B409-736BA5D9BF2C}" destId="{6DF89662-1887-46AD-8585-53087C898AD8}" srcOrd="2" destOrd="0" presId="urn:microsoft.com/office/officeart/2018/5/layout/IconCircleLabelList"/>
    <dgm:cxn modelId="{C8B4258F-4F1C-4F0C-B226-93F31A6A8ED6}" type="presParOf" srcId="{B99848C8-480F-4D58-B409-736BA5D9BF2C}" destId="{FA89D782-5A98-4775-A809-9DBF4EDA8324}" srcOrd="3" destOrd="0" presId="urn:microsoft.com/office/officeart/2018/5/layout/IconCircleLabelList"/>
    <dgm:cxn modelId="{667D262D-D98B-4E21-8286-F996F97EA9C8}" type="presParOf" srcId="{D6C548C2-5E47-4C5A-8ADF-09EF93E0197F}" destId="{069D46C8-1611-4E3C-9976-0C23E4BEB886}" srcOrd="7" destOrd="0" presId="urn:microsoft.com/office/officeart/2018/5/layout/IconCircleLabelList"/>
    <dgm:cxn modelId="{1306684B-B85B-45A8-90FA-FD80DE9599FD}" type="presParOf" srcId="{D6C548C2-5E47-4C5A-8ADF-09EF93E0197F}" destId="{DD831C41-C89D-462D-AD4E-5C029F9C3658}" srcOrd="8" destOrd="0" presId="urn:microsoft.com/office/officeart/2018/5/layout/IconCircleLabelList"/>
    <dgm:cxn modelId="{4C1B32CF-4240-4424-ADD7-88A51A114E4F}" type="presParOf" srcId="{DD831C41-C89D-462D-AD4E-5C029F9C3658}" destId="{08DAC516-8E8D-4E26-BA6A-A1471FE2C1E8}" srcOrd="0" destOrd="0" presId="urn:microsoft.com/office/officeart/2018/5/layout/IconCircleLabelList"/>
    <dgm:cxn modelId="{372D93C7-7089-48ED-9B91-9722EEC93934}" type="presParOf" srcId="{DD831C41-C89D-462D-AD4E-5C029F9C3658}" destId="{2EE4605A-3843-48D0-9CBD-17B10A104C9A}" srcOrd="1" destOrd="0" presId="urn:microsoft.com/office/officeart/2018/5/layout/IconCircleLabelList"/>
    <dgm:cxn modelId="{E7840C43-18C0-44E8-8845-4A898B805701}" type="presParOf" srcId="{DD831C41-C89D-462D-AD4E-5C029F9C3658}" destId="{4464145E-A5F3-4374-A7F1-9F243B4FA7DA}" srcOrd="2" destOrd="0" presId="urn:microsoft.com/office/officeart/2018/5/layout/IconCircleLabelList"/>
    <dgm:cxn modelId="{DB79E8B2-3E24-4296-A38B-7ED94867A4D6}" type="presParOf" srcId="{DD831C41-C89D-462D-AD4E-5C029F9C3658}" destId="{9C1AB54D-D005-4947-9154-ED62BAE056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307DDF1-24F0-4E5D-BA1C-7E59DC27013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D778D78-9044-4A8C-AF52-72B11FD7EBF7}">
      <dgm:prSet/>
      <dgm:spPr/>
      <dgm:t>
        <a:bodyPr/>
        <a:lstStyle/>
        <a:p>
          <a:r>
            <a:rPr lang="en-US"/>
            <a:t>Ray Tracing é poderoso e permite realismo convincente</a:t>
          </a:r>
        </a:p>
      </dgm:t>
    </dgm:pt>
    <dgm:pt modelId="{1E2D9318-31ED-4AF4-B299-0FDE4C38DCA4}" type="parTrans" cxnId="{5C73FDC7-F250-4C31-BABE-A2663E0BC513}">
      <dgm:prSet/>
      <dgm:spPr/>
      <dgm:t>
        <a:bodyPr/>
        <a:lstStyle/>
        <a:p>
          <a:endParaRPr lang="en-US"/>
        </a:p>
      </dgm:t>
    </dgm:pt>
    <dgm:pt modelId="{27E029A2-E1CE-4532-9F66-650D13EE507D}" type="sibTrans" cxnId="{5C73FDC7-F250-4C31-BABE-A2663E0BC513}">
      <dgm:prSet/>
      <dgm:spPr/>
      <dgm:t>
        <a:bodyPr/>
        <a:lstStyle/>
        <a:p>
          <a:endParaRPr lang="en-US"/>
        </a:p>
      </dgm:t>
    </dgm:pt>
    <dgm:pt modelId="{ADA20BF3-9E83-4CB3-8657-971021529701}">
      <dgm:prSet/>
      <dgm:spPr/>
      <dgm:t>
        <a:bodyPr/>
        <a:lstStyle/>
        <a:p>
          <a:r>
            <a:rPr lang="en-US"/>
            <a:t>Implementação simples já gera bons resultados</a:t>
          </a:r>
        </a:p>
      </dgm:t>
    </dgm:pt>
    <dgm:pt modelId="{C2A9C83C-C43F-440F-9F73-1521DCF9DE52}" type="parTrans" cxnId="{4F131924-CE0F-40D4-BFF2-3B50E11A8E1F}">
      <dgm:prSet/>
      <dgm:spPr/>
      <dgm:t>
        <a:bodyPr/>
        <a:lstStyle/>
        <a:p>
          <a:endParaRPr lang="en-US"/>
        </a:p>
      </dgm:t>
    </dgm:pt>
    <dgm:pt modelId="{0C7AD08F-2A24-49AE-8BC7-E53C36A92F5A}" type="sibTrans" cxnId="{4F131924-CE0F-40D4-BFF2-3B50E11A8E1F}">
      <dgm:prSet/>
      <dgm:spPr/>
      <dgm:t>
        <a:bodyPr/>
        <a:lstStyle/>
        <a:p>
          <a:endParaRPr lang="en-US"/>
        </a:p>
      </dgm:t>
    </dgm:pt>
    <dgm:pt modelId="{3A4BFB6E-B480-4CA3-B100-9F18D656F1E4}">
      <dgm:prSet/>
      <dgm:spPr/>
      <dgm:t>
        <a:bodyPr/>
        <a:lstStyle/>
        <a:p>
          <a:r>
            <a:rPr lang="en-US"/>
            <a:t>Desafios: desempenho e custo computacional</a:t>
          </a:r>
        </a:p>
      </dgm:t>
    </dgm:pt>
    <dgm:pt modelId="{19279220-F8BC-4396-8F2F-0D8C64CC784A}" type="parTrans" cxnId="{9B862C80-D805-482F-BFB5-9FD9A1C3EA3A}">
      <dgm:prSet/>
      <dgm:spPr/>
      <dgm:t>
        <a:bodyPr/>
        <a:lstStyle/>
        <a:p>
          <a:endParaRPr lang="en-US"/>
        </a:p>
      </dgm:t>
    </dgm:pt>
    <dgm:pt modelId="{2607A152-A5D5-45E1-85EB-D953919FA9C9}" type="sibTrans" cxnId="{9B862C80-D805-482F-BFB5-9FD9A1C3EA3A}">
      <dgm:prSet/>
      <dgm:spPr/>
      <dgm:t>
        <a:bodyPr/>
        <a:lstStyle/>
        <a:p>
          <a:endParaRPr lang="en-US"/>
        </a:p>
      </dgm:t>
    </dgm:pt>
    <dgm:pt modelId="{ECBD8BD6-8EDF-489A-805C-AC5A6AD359A5}">
      <dgm:prSet/>
      <dgm:spPr/>
      <dgm:t>
        <a:bodyPr/>
        <a:lstStyle/>
        <a:p>
          <a:r>
            <a:rPr lang="en-US"/>
            <a:t>Próximos passos: transparência, refração, penumbra, antialiasing, radiosidade</a:t>
          </a:r>
        </a:p>
      </dgm:t>
    </dgm:pt>
    <dgm:pt modelId="{BD664275-5FFC-42C9-9E2A-AA4A60845C84}" type="parTrans" cxnId="{51F7DC48-BE73-44C3-ADB7-03E12E1E9B15}">
      <dgm:prSet/>
      <dgm:spPr/>
      <dgm:t>
        <a:bodyPr/>
        <a:lstStyle/>
        <a:p>
          <a:endParaRPr lang="en-US"/>
        </a:p>
      </dgm:t>
    </dgm:pt>
    <dgm:pt modelId="{24802856-C96E-44A0-949E-A633B34F3860}" type="sibTrans" cxnId="{51F7DC48-BE73-44C3-ADB7-03E12E1E9B15}">
      <dgm:prSet/>
      <dgm:spPr/>
      <dgm:t>
        <a:bodyPr/>
        <a:lstStyle/>
        <a:p>
          <a:endParaRPr lang="en-US"/>
        </a:p>
      </dgm:t>
    </dgm:pt>
    <dgm:pt modelId="{D3641CE4-9DC5-4BAC-AC28-BCDF7371DDCD}" type="pres">
      <dgm:prSet presAssocID="{0307DDF1-24F0-4E5D-BA1C-7E59DC270134}" presName="root" presStyleCnt="0">
        <dgm:presLayoutVars>
          <dgm:dir/>
          <dgm:resizeHandles val="exact"/>
        </dgm:presLayoutVars>
      </dgm:prSet>
      <dgm:spPr/>
    </dgm:pt>
    <dgm:pt modelId="{D210135F-3C2F-4326-B1D5-089AA8076E89}" type="pres">
      <dgm:prSet presAssocID="{AD778D78-9044-4A8C-AF52-72B11FD7EBF7}" presName="compNode" presStyleCnt="0"/>
      <dgm:spPr/>
    </dgm:pt>
    <dgm:pt modelId="{BDD0612A-3C95-438A-8A6A-6D5188E0126F}" type="pres">
      <dgm:prSet presAssocID="{AD778D78-9044-4A8C-AF52-72B11FD7EB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6CF8700-2B23-49A2-9DB1-56502003699F}" type="pres">
      <dgm:prSet presAssocID="{AD778D78-9044-4A8C-AF52-72B11FD7EBF7}" presName="spaceRect" presStyleCnt="0"/>
      <dgm:spPr/>
    </dgm:pt>
    <dgm:pt modelId="{027305F1-7639-4C48-B0E9-0B86FE48B74E}" type="pres">
      <dgm:prSet presAssocID="{AD778D78-9044-4A8C-AF52-72B11FD7EBF7}" presName="textRect" presStyleLbl="revTx" presStyleIdx="0" presStyleCnt="4">
        <dgm:presLayoutVars>
          <dgm:chMax val="1"/>
          <dgm:chPref val="1"/>
        </dgm:presLayoutVars>
      </dgm:prSet>
      <dgm:spPr/>
    </dgm:pt>
    <dgm:pt modelId="{0D69B186-A9B8-461E-B96F-FCE793C6E841}" type="pres">
      <dgm:prSet presAssocID="{27E029A2-E1CE-4532-9F66-650D13EE507D}" presName="sibTrans" presStyleCnt="0"/>
      <dgm:spPr/>
    </dgm:pt>
    <dgm:pt modelId="{F236091A-AAB9-4807-A844-6CBC7E79BCA3}" type="pres">
      <dgm:prSet presAssocID="{ADA20BF3-9E83-4CB3-8657-971021529701}" presName="compNode" presStyleCnt="0"/>
      <dgm:spPr/>
    </dgm:pt>
    <dgm:pt modelId="{B4148890-8E00-4588-BBD6-DAD946E00DC5}" type="pres">
      <dgm:prSet presAssocID="{ADA20BF3-9E83-4CB3-8657-9710215297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20BBBDD-5904-422C-8119-B7A25A6DC64A}" type="pres">
      <dgm:prSet presAssocID="{ADA20BF3-9E83-4CB3-8657-971021529701}" presName="spaceRect" presStyleCnt="0"/>
      <dgm:spPr/>
    </dgm:pt>
    <dgm:pt modelId="{95C45404-1F9D-4763-BB06-655369E7A82B}" type="pres">
      <dgm:prSet presAssocID="{ADA20BF3-9E83-4CB3-8657-971021529701}" presName="textRect" presStyleLbl="revTx" presStyleIdx="1" presStyleCnt="4">
        <dgm:presLayoutVars>
          <dgm:chMax val="1"/>
          <dgm:chPref val="1"/>
        </dgm:presLayoutVars>
      </dgm:prSet>
      <dgm:spPr/>
    </dgm:pt>
    <dgm:pt modelId="{E7C2AD55-B577-4F42-B59D-4C0DF77E22C3}" type="pres">
      <dgm:prSet presAssocID="{0C7AD08F-2A24-49AE-8BC7-E53C36A92F5A}" presName="sibTrans" presStyleCnt="0"/>
      <dgm:spPr/>
    </dgm:pt>
    <dgm:pt modelId="{96ED874D-CEA5-4B68-9D8E-1F825D69EA2D}" type="pres">
      <dgm:prSet presAssocID="{3A4BFB6E-B480-4CA3-B100-9F18D656F1E4}" presName="compNode" presStyleCnt="0"/>
      <dgm:spPr/>
    </dgm:pt>
    <dgm:pt modelId="{D1DAD75F-65A3-4E54-A94B-ECBC617168D2}" type="pres">
      <dgm:prSet presAssocID="{3A4BFB6E-B480-4CA3-B100-9F18D656F1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3D89A8AC-6284-4DC1-9A0F-17998C89DE18}" type="pres">
      <dgm:prSet presAssocID="{3A4BFB6E-B480-4CA3-B100-9F18D656F1E4}" presName="spaceRect" presStyleCnt="0"/>
      <dgm:spPr/>
    </dgm:pt>
    <dgm:pt modelId="{4AA1DDD4-ADB3-4E3B-A7EA-16C42130761D}" type="pres">
      <dgm:prSet presAssocID="{3A4BFB6E-B480-4CA3-B100-9F18D656F1E4}" presName="textRect" presStyleLbl="revTx" presStyleIdx="2" presStyleCnt="4">
        <dgm:presLayoutVars>
          <dgm:chMax val="1"/>
          <dgm:chPref val="1"/>
        </dgm:presLayoutVars>
      </dgm:prSet>
      <dgm:spPr/>
    </dgm:pt>
    <dgm:pt modelId="{FEC9C684-1436-4980-BA1B-E9D27F1FC197}" type="pres">
      <dgm:prSet presAssocID="{2607A152-A5D5-45E1-85EB-D953919FA9C9}" presName="sibTrans" presStyleCnt="0"/>
      <dgm:spPr/>
    </dgm:pt>
    <dgm:pt modelId="{349D5040-649E-4EC9-B087-934744A7CF77}" type="pres">
      <dgm:prSet presAssocID="{ECBD8BD6-8EDF-489A-805C-AC5A6AD359A5}" presName="compNode" presStyleCnt="0"/>
      <dgm:spPr/>
    </dgm:pt>
    <dgm:pt modelId="{F553FCD9-AAF7-4811-8882-B94297C331AA}" type="pres">
      <dgm:prSet presAssocID="{ECBD8BD6-8EDF-489A-805C-AC5A6AD359A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-íris"/>
        </a:ext>
      </dgm:extLst>
    </dgm:pt>
    <dgm:pt modelId="{A6434E39-EB2C-4E79-9B2A-719E773149A0}" type="pres">
      <dgm:prSet presAssocID="{ECBD8BD6-8EDF-489A-805C-AC5A6AD359A5}" presName="spaceRect" presStyleCnt="0"/>
      <dgm:spPr/>
    </dgm:pt>
    <dgm:pt modelId="{447F78E4-A297-41FD-8595-2E1F37F69871}" type="pres">
      <dgm:prSet presAssocID="{ECBD8BD6-8EDF-489A-805C-AC5A6AD359A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131924-CE0F-40D4-BFF2-3B50E11A8E1F}" srcId="{0307DDF1-24F0-4E5D-BA1C-7E59DC270134}" destId="{ADA20BF3-9E83-4CB3-8657-971021529701}" srcOrd="1" destOrd="0" parTransId="{C2A9C83C-C43F-440F-9F73-1521DCF9DE52}" sibTransId="{0C7AD08F-2A24-49AE-8BC7-E53C36A92F5A}"/>
    <dgm:cxn modelId="{8AB9B95D-69BB-47CD-A57C-1C725C8D2F4E}" type="presOf" srcId="{ECBD8BD6-8EDF-489A-805C-AC5A6AD359A5}" destId="{447F78E4-A297-41FD-8595-2E1F37F69871}" srcOrd="0" destOrd="0" presId="urn:microsoft.com/office/officeart/2018/2/layout/IconLabelList"/>
    <dgm:cxn modelId="{51F7DC48-BE73-44C3-ADB7-03E12E1E9B15}" srcId="{0307DDF1-24F0-4E5D-BA1C-7E59DC270134}" destId="{ECBD8BD6-8EDF-489A-805C-AC5A6AD359A5}" srcOrd="3" destOrd="0" parTransId="{BD664275-5FFC-42C9-9E2A-AA4A60845C84}" sibTransId="{24802856-C96E-44A0-949E-A633B34F3860}"/>
    <dgm:cxn modelId="{F6F36772-D14E-442E-91C4-8C509A5E4512}" type="presOf" srcId="{ADA20BF3-9E83-4CB3-8657-971021529701}" destId="{95C45404-1F9D-4763-BB06-655369E7A82B}" srcOrd="0" destOrd="0" presId="urn:microsoft.com/office/officeart/2018/2/layout/IconLabelList"/>
    <dgm:cxn modelId="{9B862C80-D805-482F-BFB5-9FD9A1C3EA3A}" srcId="{0307DDF1-24F0-4E5D-BA1C-7E59DC270134}" destId="{3A4BFB6E-B480-4CA3-B100-9F18D656F1E4}" srcOrd="2" destOrd="0" parTransId="{19279220-F8BC-4396-8F2F-0D8C64CC784A}" sibTransId="{2607A152-A5D5-45E1-85EB-D953919FA9C9}"/>
    <dgm:cxn modelId="{F0524890-2824-43AD-AC91-DD37E9EA9B16}" type="presOf" srcId="{3A4BFB6E-B480-4CA3-B100-9F18D656F1E4}" destId="{4AA1DDD4-ADB3-4E3B-A7EA-16C42130761D}" srcOrd="0" destOrd="0" presId="urn:microsoft.com/office/officeart/2018/2/layout/IconLabelList"/>
    <dgm:cxn modelId="{72B8F1BB-C532-4F36-A9C1-B77E382C85D3}" type="presOf" srcId="{AD778D78-9044-4A8C-AF52-72B11FD7EBF7}" destId="{027305F1-7639-4C48-B0E9-0B86FE48B74E}" srcOrd="0" destOrd="0" presId="urn:microsoft.com/office/officeart/2018/2/layout/IconLabelList"/>
    <dgm:cxn modelId="{5C73FDC7-F250-4C31-BABE-A2663E0BC513}" srcId="{0307DDF1-24F0-4E5D-BA1C-7E59DC270134}" destId="{AD778D78-9044-4A8C-AF52-72B11FD7EBF7}" srcOrd="0" destOrd="0" parTransId="{1E2D9318-31ED-4AF4-B299-0FDE4C38DCA4}" sibTransId="{27E029A2-E1CE-4532-9F66-650D13EE507D}"/>
    <dgm:cxn modelId="{E5F6FFE6-B7BF-4B2A-A700-11B0544BB347}" type="presOf" srcId="{0307DDF1-24F0-4E5D-BA1C-7E59DC270134}" destId="{D3641CE4-9DC5-4BAC-AC28-BCDF7371DDCD}" srcOrd="0" destOrd="0" presId="urn:microsoft.com/office/officeart/2018/2/layout/IconLabelList"/>
    <dgm:cxn modelId="{A386D8B6-A30F-4CD1-8EAF-1FD23FF2E4C9}" type="presParOf" srcId="{D3641CE4-9DC5-4BAC-AC28-BCDF7371DDCD}" destId="{D210135F-3C2F-4326-B1D5-089AA8076E89}" srcOrd="0" destOrd="0" presId="urn:microsoft.com/office/officeart/2018/2/layout/IconLabelList"/>
    <dgm:cxn modelId="{D2636E14-1C5F-483F-895A-B4180642A3A0}" type="presParOf" srcId="{D210135F-3C2F-4326-B1D5-089AA8076E89}" destId="{BDD0612A-3C95-438A-8A6A-6D5188E0126F}" srcOrd="0" destOrd="0" presId="urn:microsoft.com/office/officeart/2018/2/layout/IconLabelList"/>
    <dgm:cxn modelId="{41BE3737-495B-4786-B8A3-EAFDF2634DCC}" type="presParOf" srcId="{D210135F-3C2F-4326-B1D5-089AA8076E89}" destId="{E6CF8700-2B23-49A2-9DB1-56502003699F}" srcOrd="1" destOrd="0" presId="urn:microsoft.com/office/officeart/2018/2/layout/IconLabelList"/>
    <dgm:cxn modelId="{520383C4-EB65-4513-A2DA-850CFB7C41E1}" type="presParOf" srcId="{D210135F-3C2F-4326-B1D5-089AA8076E89}" destId="{027305F1-7639-4C48-B0E9-0B86FE48B74E}" srcOrd="2" destOrd="0" presId="urn:microsoft.com/office/officeart/2018/2/layout/IconLabelList"/>
    <dgm:cxn modelId="{57E98A19-8757-400E-8721-46C96CF9F133}" type="presParOf" srcId="{D3641CE4-9DC5-4BAC-AC28-BCDF7371DDCD}" destId="{0D69B186-A9B8-461E-B96F-FCE793C6E841}" srcOrd="1" destOrd="0" presId="urn:microsoft.com/office/officeart/2018/2/layout/IconLabelList"/>
    <dgm:cxn modelId="{13472153-BEED-42A7-AD2B-A0C020465826}" type="presParOf" srcId="{D3641CE4-9DC5-4BAC-AC28-BCDF7371DDCD}" destId="{F236091A-AAB9-4807-A844-6CBC7E79BCA3}" srcOrd="2" destOrd="0" presId="urn:microsoft.com/office/officeart/2018/2/layout/IconLabelList"/>
    <dgm:cxn modelId="{CC7E5354-E7F6-4E37-97C6-9EA778B6984E}" type="presParOf" srcId="{F236091A-AAB9-4807-A844-6CBC7E79BCA3}" destId="{B4148890-8E00-4588-BBD6-DAD946E00DC5}" srcOrd="0" destOrd="0" presId="urn:microsoft.com/office/officeart/2018/2/layout/IconLabelList"/>
    <dgm:cxn modelId="{0A53252B-B807-4F1D-BDCB-71AC0AD49084}" type="presParOf" srcId="{F236091A-AAB9-4807-A844-6CBC7E79BCA3}" destId="{320BBBDD-5904-422C-8119-B7A25A6DC64A}" srcOrd="1" destOrd="0" presId="urn:microsoft.com/office/officeart/2018/2/layout/IconLabelList"/>
    <dgm:cxn modelId="{BE53B35B-A58B-4E4E-A4B5-9FCA5B880EE1}" type="presParOf" srcId="{F236091A-AAB9-4807-A844-6CBC7E79BCA3}" destId="{95C45404-1F9D-4763-BB06-655369E7A82B}" srcOrd="2" destOrd="0" presId="urn:microsoft.com/office/officeart/2018/2/layout/IconLabelList"/>
    <dgm:cxn modelId="{D8E1893F-D299-4102-84B9-FEB17C9D7265}" type="presParOf" srcId="{D3641CE4-9DC5-4BAC-AC28-BCDF7371DDCD}" destId="{E7C2AD55-B577-4F42-B59D-4C0DF77E22C3}" srcOrd="3" destOrd="0" presId="urn:microsoft.com/office/officeart/2018/2/layout/IconLabelList"/>
    <dgm:cxn modelId="{6452E826-DDD1-4D49-8BAD-472471255C2D}" type="presParOf" srcId="{D3641CE4-9DC5-4BAC-AC28-BCDF7371DDCD}" destId="{96ED874D-CEA5-4B68-9D8E-1F825D69EA2D}" srcOrd="4" destOrd="0" presId="urn:microsoft.com/office/officeart/2018/2/layout/IconLabelList"/>
    <dgm:cxn modelId="{CC6F1486-6A08-447C-BA56-031D7A0CB897}" type="presParOf" srcId="{96ED874D-CEA5-4B68-9D8E-1F825D69EA2D}" destId="{D1DAD75F-65A3-4E54-A94B-ECBC617168D2}" srcOrd="0" destOrd="0" presId="urn:microsoft.com/office/officeart/2018/2/layout/IconLabelList"/>
    <dgm:cxn modelId="{1EA93109-1EBF-4855-B703-CB3B46CBACD2}" type="presParOf" srcId="{96ED874D-CEA5-4B68-9D8E-1F825D69EA2D}" destId="{3D89A8AC-6284-4DC1-9A0F-17998C89DE18}" srcOrd="1" destOrd="0" presId="urn:microsoft.com/office/officeart/2018/2/layout/IconLabelList"/>
    <dgm:cxn modelId="{2681224F-3E8E-40FA-BCF4-A080455831D8}" type="presParOf" srcId="{96ED874D-CEA5-4B68-9D8E-1F825D69EA2D}" destId="{4AA1DDD4-ADB3-4E3B-A7EA-16C42130761D}" srcOrd="2" destOrd="0" presId="urn:microsoft.com/office/officeart/2018/2/layout/IconLabelList"/>
    <dgm:cxn modelId="{A3CFEB98-A19A-432E-84FD-0E62F6670217}" type="presParOf" srcId="{D3641CE4-9DC5-4BAC-AC28-BCDF7371DDCD}" destId="{FEC9C684-1436-4980-BA1B-E9D27F1FC197}" srcOrd="5" destOrd="0" presId="urn:microsoft.com/office/officeart/2018/2/layout/IconLabelList"/>
    <dgm:cxn modelId="{642EEF14-75BB-48B4-8F40-0C42301DD2C8}" type="presParOf" srcId="{D3641CE4-9DC5-4BAC-AC28-BCDF7371DDCD}" destId="{349D5040-649E-4EC9-B087-934744A7CF77}" srcOrd="6" destOrd="0" presId="urn:microsoft.com/office/officeart/2018/2/layout/IconLabelList"/>
    <dgm:cxn modelId="{C7F85C23-F013-4506-B2C7-6003D4A2E746}" type="presParOf" srcId="{349D5040-649E-4EC9-B087-934744A7CF77}" destId="{F553FCD9-AAF7-4811-8882-B94297C331AA}" srcOrd="0" destOrd="0" presId="urn:microsoft.com/office/officeart/2018/2/layout/IconLabelList"/>
    <dgm:cxn modelId="{0CAB2DA8-0491-4221-ACFB-48F58003D27D}" type="presParOf" srcId="{349D5040-649E-4EC9-B087-934744A7CF77}" destId="{A6434E39-EB2C-4E79-9B2A-719E773149A0}" srcOrd="1" destOrd="0" presId="urn:microsoft.com/office/officeart/2018/2/layout/IconLabelList"/>
    <dgm:cxn modelId="{E8350AAD-36FE-461B-B038-18CA55AC78F7}" type="presParOf" srcId="{349D5040-649E-4EC9-B087-934744A7CF77}" destId="{447F78E4-A297-41FD-8595-2E1F37F698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6BDDC-57C8-4E2E-A0B0-3A82EBD9704F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F4716-B036-46C5-8739-0AFF52C3862C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24047-F3B9-433A-A30D-8526DC4051D3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Relatório baseado no artigo 'Introdução ao Ray Tracing' – COPPE/UFRJ</a:t>
          </a:r>
        </a:p>
      </dsp:txBody>
      <dsp:txXfrm>
        <a:off x="1939533" y="717"/>
        <a:ext cx="2786667" cy="1679249"/>
      </dsp:txXfrm>
    </dsp:sp>
    <dsp:sp modelId="{C80DE3D4-5DF3-4825-BE98-5577C479683E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041D8-613C-4F46-93DF-F243E4198AE7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ADE70-1499-4596-8162-DAA10CF7A32E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Alunos</a:t>
          </a:r>
          <a:r>
            <a:rPr lang="en-US" sz="2100" kern="1200" dirty="0"/>
            <a:t>: Nilson Andrade, Matheus </a:t>
          </a:r>
          <a:r>
            <a:rPr lang="en-US" sz="2100" kern="1200" dirty="0" err="1"/>
            <a:t>Barbiéri</a:t>
          </a:r>
          <a:r>
            <a:rPr lang="en-US" sz="2100" kern="1200" dirty="0"/>
            <a:t>, Artur Costa</a:t>
          </a:r>
        </a:p>
      </dsp:txBody>
      <dsp:txXfrm>
        <a:off x="1939533" y="2099779"/>
        <a:ext cx="2786667" cy="1679249"/>
      </dsp:txXfrm>
    </dsp:sp>
    <dsp:sp modelId="{ACF103D7-204F-47CB-95C2-9F427F3659D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32C3E1-42A6-43BE-B8AE-9F9CEF775749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44C2B-3A19-49CB-B745-017D105503B7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Disciplina: Computação Gráfica – Prof. Rodrigo Lyra</a:t>
          </a:r>
        </a:p>
      </dsp:txBody>
      <dsp:txXfrm>
        <a:off x="1939533" y="4198841"/>
        <a:ext cx="27866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9C137-E418-479F-87B8-88967B96FB6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C37F4-08CC-413C-94EE-E761D913D309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58F8C-298E-406A-92F3-B383A0B2D4E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Evolução do foto-realismo na computação gráfica</a:t>
          </a:r>
        </a:p>
      </dsp:txBody>
      <dsp:txXfrm>
        <a:off x="25435" y="2456402"/>
        <a:ext cx="1800000" cy="720000"/>
      </dsp:txXfrm>
    </dsp:sp>
    <dsp:sp modelId="{84EF6193-60F0-4520-8D62-50C5A7768A8B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50DD7-4E14-49A9-87E2-B9B1C5B6435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2437E-E4FF-40F6-AFAE-4692F531D50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Ray Tracing: técnica poderosa e conceitualmente simples</a:t>
          </a:r>
        </a:p>
      </dsp:txBody>
      <dsp:txXfrm>
        <a:off x="2140435" y="2456402"/>
        <a:ext cx="1800000" cy="720000"/>
      </dsp:txXfrm>
    </dsp:sp>
    <dsp:sp modelId="{0DC54FCF-9F1C-4139-9FF2-CA3F99ADF7B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9DBF4-524E-4D37-AC77-E40552B19CB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2C96E-CA6C-4927-9291-9CB07BE3717D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Capaz de simular sombras, reflexões, transparência e profundidade de campo</a:t>
          </a:r>
        </a:p>
      </dsp:txBody>
      <dsp:txXfrm>
        <a:off x="4255435" y="2456402"/>
        <a:ext cx="1800000" cy="720000"/>
      </dsp:txXfrm>
    </dsp:sp>
    <dsp:sp modelId="{2C86F699-B247-4061-B674-6149848CB59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BF177-12DF-4F2B-B6E6-A18BDB59268D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95356-6962-48D5-81B5-4688801A1E9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Objetivo: estudar Ray Tracing e implementar ray tracer em Python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73F7B-32E6-4DEA-A203-0C71BDE9C0F3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Título: Introdução ao Ray Tracing</a:t>
          </a:r>
        </a:p>
      </dsp:txBody>
      <dsp:txXfrm>
        <a:off x="715337" y="2413"/>
        <a:ext cx="3221521" cy="1932912"/>
      </dsp:txXfrm>
    </dsp:sp>
    <dsp:sp modelId="{8A9813F8-107E-4373-B82D-42AA57C8CBD4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Autor: Fernando Wagner Serpa Vieira da Silva</a:t>
          </a:r>
        </a:p>
      </dsp:txBody>
      <dsp:txXfrm>
        <a:off x="4259011" y="2413"/>
        <a:ext cx="3221521" cy="1932912"/>
      </dsp:txXfrm>
    </dsp:sp>
    <dsp:sp modelId="{3286A3FA-5E56-4001-BD3D-3851AB7F3B8A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Instituição: COPPE/UFRJ – Lab. de Computação Gráfica</a:t>
          </a:r>
        </a:p>
      </dsp:txBody>
      <dsp:txXfrm>
        <a:off x="715337" y="2257478"/>
        <a:ext cx="3221521" cy="1932912"/>
      </dsp:txXfrm>
    </dsp:sp>
    <dsp:sp modelId="{A970A18A-B81C-4E9E-8A85-60C3829228A9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Tipo: Relatório técnico introdutório</a:t>
          </a:r>
        </a:p>
      </dsp:txBody>
      <dsp:txXfrm>
        <a:off x="4259011" y="2257478"/>
        <a:ext cx="3221521" cy="1932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C20B6-0DB7-41A0-AD1D-BB0F7BCE896D}">
      <dsp:nvSpPr>
        <dsp:cNvPr id="0" name=""/>
        <dsp:cNvSpPr/>
      </dsp:nvSpPr>
      <dsp:spPr>
        <a:xfrm>
          <a:off x="0" y="1356"/>
          <a:ext cx="8195871" cy="5779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DEC4C-3F64-485D-8F48-5C752937D625}">
      <dsp:nvSpPr>
        <dsp:cNvPr id="0" name=""/>
        <dsp:cNvSpPr/>
      </dsp:nvSpPr>
      <dsp:spPr>
        <a:xfrm>
          <a:off x="174827" y="131393"/>
          <a:ext cx="317869" cy="31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F7EF-52A0-49D3-817C-54CF9BA45B78}">
      <dsp:nvSpPr>
        <dsp:cNvPr id="0" name=""/>
        <dsp:cNvSpPr/>
      </dsp:nvSpPr>
      <dsp:spPr>
        <a:xfrm>
          <a:off x="667525" y="1356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Divisão entre Modelagem e Visualização</a:t>
          </a:r>
        </a:p>
      </dsp:txBody>
      <dsp:txXfrm>
        <a:off x="667525" y="1356"/>
        <a:ext cx="7528345" cy="577943"/>
      </dsp:txXfrm>
    </dsp:sp>
    <dsp:sp modelId="{5D5B5B16-CA44-4333-B5CE-5ABCE4C6A68E}">
      <dsp:nvSpPr>
        <dsp:cNvPr id="0" name=""/>
        <dsp:cNvSpPr/>
      </dsp:nvSpPr>
      <dsp:spPr>
        <a:xfrm>
          <a:off x="0" y="723786"/>
          <a:ext cx="8195871" cy="5779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5498D-CD16-4CEF-A2C9-332D5145C0B5}">
      <dsp:nvSpPr>
        <dsp:cNvPr id="0" name=""/>
        <dsp:cNvSpPr/>
      </dsp:nvSpPr>
      <dsp:spPr>
        <a:xfrm>
          <a:off x="174827" y="853823"/>
          <a:ext cx="317869" cy="31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31DF3-A815-4D2D-B537-CFC7755F971A}">
      <dsp:nvSpPr>
        <dsp:cNvPr id="0" name=""/>
        <dsp:cNvSpPr/>
      </dsp:nvSpPr>
      <dsp:spPr>
        <a:xfrm>
          <a:off x="667525" y="723786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Apresentação do algoritmo básico de Ray Tracing (Ray Casting)</a:t>
          </a:r>
        </a:p>
      </dsp:txBody>
      <dsp:txXfrm>
        <a:off x="667525" y="723786"/>
        <a:ext cx="7528345" cy="577943"/>
      </dsp:txXfrm>
    </dsp:sp>
    <dsp:sp modelId="{B0AF76A1-D301-4443-B9F4-DACBC52AB426}">
      <dsp:nvSpPr>
        <dsp:cNvPr id="0" name=""/>
        <dsp:cNvSpPr/>
      </dsp:nvSpPr>
      <dsp:spPr>
        <a:xfrm>
          <a:off x="0" y="1446215"/>
          <a:ext cx="8195871" cy="5779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79836-4B23-4F8C-9893-1340579DD25F}">
      <dsp:nvSpPr>
        <dsp:cNvPr id="0" name=""/>
        <dsp:cNvSpPr/>
      </dsp:nvSpPr>
      <dsp:spPr>
        <a:xfrm>
          <a:off x="174827" y="1576253"/>
          <a:ext cx="317869" cy="31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6B736-51D6-427D-9A89-E509C61C810B}">
      <dsp:nvSpPr>
        <dsp:cNvPr id="0" name=""/>
        <dsp:cNvSpPr/>
      </dsp:nvSpPr>
      <dsp:spPr>
        <a:xfrm>
          <a:off x="667525" y="1446215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Interseção entre raios e primitivas (esferas, planos etc.)</a:t>
          </a:r>
        </a:p>
      </dsp:txBody>
      <dsp:txXfrm>
        <a:off x="667525" y="1446215"/>
        <a:ext cx="7528345" cy="577943"/>
      </dsp:txXfrm>
    </dsp:sp>
    <dsp:sp modelId="{517E2A59-13A8-474D-89BF-892D59D5B39C}">
      <dsp:nvSpPr>
        <dsp:cNvPr id="0" name=""/>
        <dsp:cNvSpPr/>
      </dsp:nvSpPr>
      <dsp:spPr>
        <a:xfrm>
          <a:off x="0" y="2168645"/>
          <a:ext cx="8195871" cy="5779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CE1DF-6DA3-4339-BECB-807E858335D3}">
      <dsp:nvSpPr>
        <dsp:cNvPr id="0" name=""/>
        <dsp:cNvSpPr/>
      </dsp:nvSpPr>
      <dsp:spPr>
        <a:xfrm>
          <a:off x="174827" y="2298682"/>
          <a:ext cx="317869" cy="31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3F029-7A82-449A-999D-46E3DD0F26AB}">
      <dsp:nvSpPr>
        <dsp:cNvPr id="0" name=""/>
        <dsp:cNvSpPr/>
      </dsp:nvSpPr>
      <dsp:spPr>
        <a:xfrm>
          <a:off x="667525" y="2168645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Extensão recursiva para sombras, reflexão e transparência</a:t>
          </a:r>
        </a:p>
      </dsp:txBody>
      <dsp:txXfrm>
        <a:off x="667525" y="2168645"/>
        <a:ext cx="7528345" cy="577943"/>
      </dsp:txXfrm>
    </dsp:sp>
    <dsp:sp modelId="{7EBEBF0B-C68C-49DA-B4E5-27FC882A2269}">
      <dsp:nvSpPr>
        <dsp:cNvPr id="0" name=""/>
        <dsp:cNvSpPr/>
      </dsp:nvSpPr>
      <dsp:spPr>
        <a:xfrm>
          <a:off x="0" y="2891075"/>
          <a:ext cx="8195871" cy="5779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3B512-95D9-4C9C-9D23-455FA0F0712C}">
      <dsp:nvSpPr>
        <dsp:cNvPr id="0" name=""/>
        <dsp:cNvSpPr/>
      </dsp:nvSpPr>
      <dsp:spPr>
        <a:xfrm>
          <a:off x="174827" y="3021112"/>
          <a:ext cx="317869" cy="3178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BF3E5-E035-4314-AF4A-CE3645AE0350}">
      <dsp:nvSpPr>
        <dsp:cNvPr id="0" name=""/>
        <dsp:cNvSpPr/>
      </dsp:nvSpPr>
      <dsp:spPr>
        <a:xfrm>
          <a:off x="667525" y="2891075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Modelo de iluminação de Phong</a:t>
          </a:r>
        </a:p>
      </dsp:txBody>
      <dsp:txXfrm>
        <a:off x="667525" y="2891075"/>
        <a:ext cx="7528345" cy="577943"/>
      </dsp:txXfrm>
    </dsp:sp>
    <dsp:sp modelId="{4B25D61C-7FC5-4513-BEA7-11F13B842112}">
      <dsp:nvSpPr>
        <dsp:cNvPr id="0" name=""/>
        <dsp:cNvSpPr/>
      </dsp:nvSpPr>
      <dsp:spPr>
        <a:xfrm>
          <a:off x="0" y="3613504"/>
          <a:ext cx="8195871" cy="5779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67A73-F3C8-44A2-A613-74332593BDED}">
      <dsp:nvSpPr>
        <dsp:cNvPr id="0" name=""/>
        <dsp:cNvSpPr/>
      </dsp:nvSpPr>
      <dsp:spPr>
        <a:xfrm>
          <a:off x="174827" y="3743542"/>
          <a:ext cx="317869" cy="31786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9E35E-83A4-4751-BB72-641BE1B7D1D1}">
      <dsp:nvSpPr>
        <dsp:cNvPr id="0" name=""/>
        <dsp:cNvSpPr/>
      </dsp:nvSpPr>
      <dsp:spPr>
        <a:xfrm>
          <a:off x="667525" y="3613504"/>
          <a:ext cx="7528345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Técnicas avançadas: antialiasing, Ray Tracing distribuído, radiosidade</a:t>
          </a:r>
        </a:p>
      </dsp:txBody>
      <dsp:txXfrm>
        <a:off x="667525" y="3613504"/>
        <a:ext cx="7528345" cy="5779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B539B-517F-4E0B-A76E-2588CCCF8866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71767-C0DA-44CB-A843-A601DF727CA0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347A2-283A-4BE5-86CD-670D959A70E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Modelagem: representação matemática dos objetos</a:t>
          </a:r>
        </a:p>
      </dsp:txBody>
      <dsp:txXfrm>
        <a:off x="2092" y="2524067"/>
        <a:ext cx="1741992" cy="696796"/>
      </dsp:txXfrm>
    </dsp:sp>
    <dsp:sp modelId="{AB6C80E9-A879-47B1-A909-1ABAA5FBE56D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94AB3-5F4B-4B66-B411-B63949531E7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DA77E-10B0-4372-845B-D16E1492320E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Visualização: geração da imagem final</a:t>
          </a:r>
        </a:p>
      </dsp:txBody>
      <dsp:txXfrm>
        <a:off x="2048933" y="2524067"/>
        <a:ext cx="1741992" cy="696796"/>
      </dsp:txXfrm>
    </dsp:sp>
    <dsp:sp modelId="{30EC5E8B-FA88-457D-B330-B1D070D11954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4DB7-7AF5-4CF1-BB54-2CEDE41DC62B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0C8D8-5550-4D51-8814-65807429D092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Ray Tracing pertence à visualização</a:t>
          </a:r>
        </a:p>
      </dsp:txBody>
      <dsp:txXfrm>
        <a:off x="4095774" y="2524067"/>
        <a:ext cx="1741992" cy="696796"/>
      </dsp:txXfrm>
    </dsp:sp>
    <dsp:sp modelId="{AC6D4046-B65F-4E72-BF7F-F36665F4F3D4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2C600-2C9F-4874-82FC-284C9251D933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C3C44-573F-4C27-8B5D-CDCA6865412C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Processo: câmera → raio → objetos → cor do pixel</a:t>
          </a:r>
        </a:p>
      </dsp:txBody>
      <dsp:txXfrm>
        <a:off x="6142615" y="2524067"/>
        <a:ext cx="1741992" cy="6967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FB525-32A0-4972-BD09-838422879FB6}">
      <dsp:nvSpPr>
        <dsp:cNvPr id="0" name=""/>
        <dsp:cNvSpPr/>
      </dsp:nvSpPr>
      <dsp:spPr>
        <a:xfrm>
          <a:off x="0" y="218479"/>
          <a:ext cx="2536031" cy="1521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1) Lançar um raio para cada pixel da imagem</a:t>
          </a:r>
        </a:p>
      </dsp:txBody>
      <dsp:txXfrm>
        <a:off x="0" y="218479"/>
        <a:ext cx="2536031" cy="1521618"/>
      </dsp:txXfrm>
    </dsp:sp>
    <dsp:sp modelId="{7302C56D-6048-46C0-8676-CC8E0AA46C99}">
      <dsp:nvSpPr>
        <dsp:cNvPr id="0" name=""/>
        <dsp:cNvSpPr/>
      </dsp:nvSpPr>
      <dsp:spPr>
        <a:xfrm>
          <a:off x="2789634" y="218479"/>
          <a:ext cx="2536031" cy="1521618"/>
        </a:xfrm>
        <a:prstGeom prst="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2) Verificar interseções com objetos da cena</a:t>
          </a:r>
        </a:p>
      </dsp:txBody>
      <dsp:txXfrm>
        <a:off x="2789634" y="218479"/>
        <a:ext cx="2536031" cy="1521618"/>
      </dsp:txXfrm>
    </dsp:sp>
    <dsp:sp modelId="{00051850-DAE5-47B4-9727-A841477C0B6C}">
      <dsp:nvSpPr>
        <dsp:cNvPr id="0" name=""/>
        <dsp:cNvSpPr/>
      </dsp:nvSpPr>
      <dsp:spPr>
        <a:xfrm>
          <a:off x="5579268" y="218479"/>
          <a:ext cx="2536031" cy="1521618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3) Escolher o objeto mais próximo</a:t>
          </a:r>
        </a:p>
      </dsp:txBody>
      <dsp:txXfrm>
        <a:off x="5579268" y="218479"/>
        <a:ext cx="2536031" cy="1521618"/>
      </dsp:txXfrm>
    </dsp:sp>
    <dsp:sp modelId="{89E2F4B4-279E-41AB-9253-55B7B91B13FD}">
      <dsp:nvSpPr>
        <dsp:cNvPr id="0" name=""/>
        <dsp:cNvSpPr/>
      </dsp:nvSpPr>
      <dsp:spPr>
        <a:xfrm>
          <a:off x="1394817" y="1993701"/>
          <a:ext cx="2536031" cy="1521618"/>
        </a:xfrm>
        <a:prstGeom prst="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4) Colorir o pixel</a:t>
          </a:r>
        </a:p>
      </dsp:txBody>
      <dsp:txXfrm>
        <a:off x="1394817" y="1993701"/>
        <a:ext cx="2536031" cy="1521618"/>
      </dsp:txXfrm>
    </dsp:sp>
    <dsp:sp modelId="{D1CCD396-00CF-4CAC-87AD-F81294063E1D}">
      <dsp:nvSpPr>
        <dsp:cNvPr id="0" name=""/>
        <dsp:cNvSpPr/>
      </dsp:nvSpPr>
      <dsp:spPr>
        <a:xfrm>
          <a:off x="4184451" y="1993701"/>
          <a:ext cx="2536031" cy="1521618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Versão básica sem sombra, reflexão ou transparência</a:t>
          </a:r>
        </a:p>
      </dsp:txBody>
      <dsp:txXfrm>
        <a:off x="4184451" y="1993701"/>
        <a:ext cx="2536031" cy="15216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3C624-AAA7-42D8-A658-1B6D52917FE0}">
      <dsp:nvSpPr>
        <dsp:cNvPr id="0" name=""/>
        <dsp:cNvSpPr/>
      </dsp:nvSpPr>
      <dsp:spPr>
        <a:xfrm>
          <a:off x="0" y="218549"/>
          <a:ext cx="8115300" cy="7528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Raio definido por origem O e direção D</a:t>
          </a:r>
        </a:p>
      </dsp:txBody>
      <dsp:txXfrm>
        <a:off x="36753" y="255302"/>
        <a:ext cx="8041794" cy="679389"/>
      </dsp:txXfrm>
    </dsp:sp>
    <dsp:sp modelId="{913CC593-DF71-4530-8690-692009B3E88A}">
      <dsp:nvSpPr>
        <dsp:cNvPr id="0" name=""/>
        <dsp:cNvSpPr/>
      </dsp:nvSpPr>
      <dsp:spPr>
        <a:xfrm>
          <a:off x="0" y="1066484"/>
          <a:ext cx="8115300" cy="7528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Equação paramétrica: R(t) = O + t·D, t ≥ 0</a:t>
          </a:r>
        </a:p>
      </dsp:txBody>
      <dsp:txXfrm>
        <a:off x="36753" y="1103237"/>
        <a:ext cx="8041794" cy="679389"/>
      </dsp:txXfrm>
    </dsp:sp>
    <dsp:sp modelId="{69D1D9D0-A24D-4B09-9F24-CA510E461A18}">
      <dsp:nvSpPr>
        <dsp:cNvPr id="0" name=""/>
        <dsp:cNvSpPr/>
      </dsp:nvSpPr>
      <dsp:spPr>
        <a:xfrm>
          <a:off x="0" y="1914419"/>
          <a:ext cx="8115300" cy="7528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Usada para testar interseções com superfícies</a:t>
          </a:r>
        </a:p>
      </dsp:txBody>
      <dsp:txXfrm>
        <a:off x="36753" y="1951172"/>
        <a:ext cx="8041794" cy="679389"/>
      </dsp:txXfrm>
    </dsp:sp>
    <dsp:sp modelId="{C2C98DD1-E126-44EE-899E-552D4A3AFAF8}">
      <dsp:nvSpPr>
        <dsp:cNvPr id="0" name=""/>
        <dsp:cNvSpPr/>
      </dsp:nvSpPr>
      <dsp:spPr>
        <a:xfrm>
          <a:off x="0" y="2762354"/>
          <a:ext cx="8115300" cy="7528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Direção sempre normalizada</a:t>
          </a:r>
        </a:p>
      </dsp:txBody>
      <dsp:txXfrm>
        <a:off x="36753" y="2799107"/>
        <a:ext cx="8041794" cy="6793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C4D20-1F77-4AEC-A79F-5C0A59F5A3C2}">
      <dsp:nvSpPr>
        <dsp:cNvPr id="0" name=""/>
        <dsp:cNvSpPr/>
      </dsp:nvSpPr>
      <dsp:spPr>
        <a:xfrm>
          <a:off x="2213" y="475746"/>
          <a:ext cx="1073779" cy="10737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74260-0E04-420A-826B-8B9A3128681C}">
      <dsp:nvSpPr>
        <dsp:cNvPr id="0" name=""/>
        <dsp:cNvSpPr/>
      </dsp:nvSpPr>
      <dsp:spPr>
        <a:xfrm>
          <a:off x="227707" y="701240"/>
          <a:ext cx="622792" cy="622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33111-F334-49CB-9E3B-1B3EDF9F4E9A}">
      <dsp:nvSpPr>
        <dsp:cNvPr id="0" name=""/>
        <dsp:cNvSpPr/>
      </dsp:nvSpPr>
      <dsp:spPr>
        <a:xfrm>
          <a:off x="1306089" y="47574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Equação da esfera: ||P - C||² = r²</a:t>
          </a:r>
        </a:p>
      </dsp:txBody>
      <dsp:txXfrm>
        <a:off x="1306089" y="475746"/>
        <a:ext cx="2531052" cy="1073779"/>
      </dsp:txXfrm>
    </dsp:sp>
    <dsp:sp modelId="{234F6C9B-98B5-4171-9E75-61AB7F68E31F}">
      <dsp:nvSpPr>
        <dsp:cNvPr id="0" name=""/>
        <dsp:cNvSpPr/>
      </dsp:nvSpPr>
      <dsp:spPr>
        <a:xfrm>
          <a:off x="4278158" y="475746"/>
          <a:ext cx="1073779" cy="10737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6FB7B-6471-4455-B850-38F57ADEAD56}">
      <dsp:nvSpPr>
        <dsp:cNvPr id="0" name=""/>
        <dsp:cNvSpPr/>
      </dsp:nvSpPr>
      <dsp:spPr>
        <a:xfrm>
          <a:off x="4503652" y="701240"/>
          <a:ext cx="622792" cy="622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C5435-4A98-484A-9C83-5BC09964672D}">
      <dsp:nvSpPr>
        <dsp:cNvPr id="0" name=""/>
        <dsp:cNvSpPr/>
      </dsp:nvSpPr>
      <dsp:spPr>
        <a:xfrm>
          <a:off x="5582033" y="47574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Substitui P = O + t·D → obtém equação quadrática em t</a:t>
          </a:r>
        </a:p>
      </dsp:txBody>
      <dsp:txXfrm>
        <a:off x="5582033" y="475746"/>
        <a:ext cx="2531052" cy="1073779"/>
      </dsp:txXfrm>
    </dsp:sp>
    <dsp:sp modelId="{DCD5D706-EFC8-4DE2-9ED4-F97622BAA1FA}">
      <dsp:nvSpPr>
        <dsp:cNvPr id="0" name=""/>
        <dsp:cNvSpPr/>
      </dsp:nvSpPr>
      <dsp:spPr>
        <a:xfrm>
          <a:off x="2213" y="2184272"/>
          <a:ext cx="1073779" cy="10737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CF4D2-EF2F-4ABC-A530-9FD11EBCF7AE}">
      <dsp:nvSpPr>
        <dsp:cNvPr id="0" name=""/>
        <dsp:cNvSpPr/>
      </dsp:nvSpPr>
      <dsp:spPr>
        <a:xfrm>
          <a:off x="227707" y="2409766"/>
          <a:ext cx="622792" cy="622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66580-4B7E-4B72-B9E7-97CFEDA75303}">
      <dsp:nvSpPr>
        <dsp:cNvPr id="0" name=""/>
        <dsp:cNvSpPr/>
      </dsp:nvSpPr>
      <dsp:spPr>
        <a:xfrm>
          <a:off x="1306089" y="2184272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Discriminante define interseção: 0, 1 ou 2 soluções</a:t>
          </a:r>
        </a:p>
      </dsp:txBody>
      <dsp:txXfrm>
        <a:off x="1306089" y="2184272"/>
        <a:ext cx="2531052" cy="1073779"/>
      </dsp:txXfrm>
    </dsp:sp>
    <dsp:sp modelId="{54C7BB5A-8FBD-41BC-B547-255363ABDF2A}">
      <dsp:nvSpPr>
        <dsp:cNvPr id="0" name=""/>
        <dsp:cNvSpPr/>
      </dsp:nvSpPr>
      <dsp:spPr>
        <a:xfrm>
          <a:off x="4278158" y="2184272"/>
          <a:ext cx="1073779" cy="107377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3D161-F762-44E8-8A49-1A28B74D853A}">
      <dsp:nvSpPr>
        <dsp:cNvPr id="0" name=""/>
        <dsp:cNvSpPr/>
      </dsp:nvSpPr>
      <dsp:spPr>
        <a:xfrm>
          <a:off x="4503652" y="2409766"/>
          <a:ext cx="622792" cy="622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B2A9B-4752-4485-B2AE-31F325F3BEFD}">
      <dsp:nvSpPr>
        <dsp:cNvPr id="0" name=""/>
        <dsp:cNvSpPr/>
      </dsp:nvSpPr>
      <dsp:spPr>
        <a:xfrm>
          <a:off x="5582033" y="2184272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Implementação usa coeficientes a, b, c e Δ = b² - 4ac</a:t>
          </a:r>
        </a:p>
      </dsp:txBody>
      <dsp:txXfrm>
        <a:off x="5582033" y="2184272"/>
        <a:ext cx="2531052" cy="10737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910C9-6327-4EB7-B0C4-3925D5AF057C}">
      <dsp:nvSpPr>
        <dsp:cNvPr id="0" name=""/>
        <dsp:cNvSpPr/>
      </dsp:nvSpPr>
      <dsp:spPr>
        <a:xfrm>
          <a:off x="0" y="218479"/>
          <a:ext cx="2536031" cy="1521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Componentes: ambiente, difusa, especular</a:t>
          </a:r>
        </a:p>
      </dsp:txBody>
      <dsp:txXfrm>
        <a:off x="0" y="218479"/>
        <a:ext cx="2536031" cy="1521618"/>
      </dsp:txXfrm>
    </dsp:sp>
    <dsp:sp modelId="{55B4E2B1-7F57-4151-8619-DA40403F1EA6}">
      <dsp:nvSpPr>
        <dsp:cNvPr id="0" name=""/>
        <dsp:cNvSpPr/>
      </dsp:nvSpPr>
      <dsp:spPr>
        <a:xfrm>
          <a:off x="2789634" y="218479"/>
          <a:ext cx="2536031" cy="1521618"/>
        </a:xfrm>
        <a:prstGeom prst="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Luz ambiente: brilho mínimo</a:t>
          </a:r>
        </a:p>
      </dsp:txBody>
      <dsp:txXfrm>
        <a:off x="2789634" y="218479"/>
        <a:ext cx="2536031" cy="1521618"/>
      </dsp:txXfrm>
    </dsp:sp>
    <dsp:sp modelId="{4BF9D6BC-C9EE-423D-BE99-8A98A3A06341}">
      <dsp:nvSpPr>
        <dsp:cNvPr id="0" name=""/>
        <dsp:cNvSpPr/>
      </dsp:nvSpPr>
      <dsp:spPr>
        <a:xfrm>
          <a:off x="5579268" y="218479"/>
          <a:ext cx="2536031" cy="1521618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Luz difusa: cosseno entre normal e direção da luz</a:t>
          </a:r>
        </a:p>
      </dsp:txBody>
      <dsp:txXfrm>
        <a:off x="5579268" y="218479"/>
        <a:ext cx="2536031" cy="1521618"/>
      </dsp:txXfrm>
    </dsp:sp>
    <dsp:sp modelId="{C96E0CD5-467B-4701-B169-7AF3499978CB}">
      <dsp:nvSpPr>
        <dsp:cNvPr id="0" name=""/>
        <dsp:cNvSpPr/>
      </dsp:nvSpPr>
      <dsp:spPr>
        <a:xfrm>
          <a:off x="1394817" y="1993701"/>
          <a:ext cx="2536031" cy="1521618"/>
        </a:xfrm>
        <a:prstGeom prst="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Luz especular: brilho concentrado dependendo do expoente n</a:t>
          </a:r>
        </a:p>
      </dsp:txBody>
      <dsp:txXfrm>
        <a:off x="1394817" y="1993701"/>
        <a:ext cx="2536031" cy="1521618"/>
      </dsp:txXfrm>
    </dsp:sp>
    <dsp:sp modelId="{91D64086-A676-4CA6-9A0C-5A82F002ECAE}">
      <dsp:nvSpPr>
        <dsp:cNvPr id="0" name=""/>
        <dsp:cNvSpPr/>
      </dsp:nvSpPr>
      <dsp:spPr>
        <a:xfrm>
          <a:off x="4184451" y="1993701"/>
          <a:ext cx="2536031" cy="1521618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Implementado na função phong</a:t>
          </a:r>
        </a:p>
      </dsp:txBody>
      <dsp:txXfrm>
        <a:off x="4184451" y="1993701"/>
        <a:ext cx="2536031" cy="15216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0404-1F59-488A-B6B7-1084409A3879}">
      <dsp:nvSpPr>
        <dsp:cNvPr id="0" name=""/>
        <dsp:cNvSpPr/>
      </dsp:nvSpPr>
      <dsp:spPr>
        <a:xfrm>
          <a:off x="0" y="511407"/>
          <a:ext cx="5000124" cy="104729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Shadow ray: raio lançado do ponto até a luz</a:t>
          </a:r>
        </a:p>
      </dsp:txBody>
      <dsp:txXfrm>
        <a:off x="51125" y="562532"/>
        <a:ext cx="4897874" cy="945046"/>
      </dsp:txXfrm>
    </dsp:sp>
    <dsp:sp modelId="{D927290C-DD1D-4B9D-BFC1-B9A589CF2C46}">
      <dsp:nvSpPr>
        <dsp:cNvPr id="0" name=""/>
        <dsp:cNvSpPr/>
      </dsp:nvSpPr>
      <dsp:spPr>
        <a:xfrm>
          <a:off x="0" y="1639343"/>
          <a:ext cx="5000124" cy="1047296"/>
        </a:xfrm>
        <a:prstGeom prst="roundRect">
          <a:avLst/>
        </a:prstGeom>
        <a:gradFill rotWithShape="0">
          <a:gsLst>
            <a:gs pos="0">
              <a:schemeClr val="accent5">
                <a:hueOff val="785595"/>
                <a:satOff val="-3757"/>
                <a:lumOff val="4118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785595"/>
                <a:satOff val="-3757"/>
                <a:lumOff val="4118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 encontrar objeto → ponto está na sombra</a:t>
          </a:r>
        </a:p>
      </dsp:txBody>
      <dsp:txXfrm>
        <a:off x="51125" y="1690468"/>
        <a:ext cx="4897874" cy="945046"/>
      </dsp:txXfrm>
    </dsp:sp>
    <dsp:sp modelId="{BDE7B004-5B35-41A9-ABEA-FF8D541FA10B}">
      <dsp:nvSpPr>
        <dsp:cNvPr id="0" name=""/>
        <dsp:cNvSpPr/>
      </dsp:nvSpPr>
      <dsp:spPr>
        <a:xfrm>
          <a:off x="0" y="2767280"/>
          <a:ext cx="5000124" cy="1047296"/>
        </a:xfrm>
        <a:prstGeom prst="roundRect">
          <a:avLst/>
        </a:prstGeom>
        <a:gradFill rotWithShape="0">
          <a:gsLst>
            <a:gs pos="0">
              <a:schemeClr val="accent5">
                <a:hueOff val="1571189"/>
                <a:satOff val="-7513"/>
                <a:lumOff val="823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1571189"/>
                <a:satOff val="-7513"/>
                <a:lumOff val="823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Evita auto-interseção deslocando ponto: hit + normal * 0.001</a:t>
          </a:r>
        </a:p>
      </dsp:txBody>
      <dsp:txXfrm>
        <a:off x="51125" y="2818405"/>
        <a:ext cx="4897874" cy="945046"/>
      </dsp:txXfrm>
    </dsp:sp>
    <dsp:sp modelId="{B7A2AD17-B42A-4B0B-8E0B-D033C9E6F460}">
      <dsp:nvSpPr>
        <dsp:cNvPr id="0" name=""/>
        <dsp:cNvSpPr/>
      </dsp:nvSpPr>
      <dsp:spPr>
        <a:xfrm>
          <a:off x="0" y="3895216"/>
          <a:ext cx="5000124" cy="1047296"/>
        </a:xfrm>
        <a:prstGeom prst="roundRect">
          <a:avLst/>
        </a:prstGeom>
        <a:gradFill rotWithShape="0">
          <a:gsLst>
            <a:gs pos="0">
              <a:schemeClr val="accent5">
                <a:hueOff val="2356783"/>
                <a:satOff val="-11270"/>
                <a:lumOff val="1235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2356783"/>
                <a:satOff val="-11270"/>
                <a:lumOff val="1235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Implementação retorna cor escura quando bloqueado</a:t>
          </a:r>
        </a:p>
      </dsp:txBody>
      <dsp:txXfrm>
        <a:off x="51125" y="3946341"/>
        <a:ext cx="4897874" cy="9450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3B718-CF3D-47A3-94BA-43191A82D828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Direção refletida: R = D - 2(D·N)N</a:t>
          </a:r>
        </a:p>
      </dsp:txBody>
      <dsp:txXfrm>
        <a:off x="1045320" y="2124"/>
        <a:ext cx="2868885" cy="1721331"/>
      </dsp:txXfrm>
    </dsp:sp>
    <dsp:sp modelId="{63AF79E6-961C-49D5-97EA-B20F3B2517DD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Ray Tracing se torna recursivo</a:t>
          </a:r>
        </a:p>
      </dsp:txBody>
      <dsp:txXfrm>
        <a:off x="4201094" y="2124"/>
        <a:ext cx="2868885" cy="1721331"/>
      </dsp:txXfrm>
    </dsp:sp>
    <dsp:sp modelId="{EDABAD56-BC5A-4C1F-AA9C-801AF90A6250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Limite de profundidade impede laços infinitos</a:t>
          </a:r>
        </a:p>
      </dsp:txBody>
      <dsp:txXfrm>
        <a:off x="1045320" y="2010343"/>
        <a:ext cx="2868885" cy="1721331"/>
      </dsp:txXfrm>
    </dsp:sp>
    <dsp:sp modelId="{ABE0604B-0CCF-4380-87B8-197C6925323C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Cor final = cor local + cor refletida × coeficiente reflective</a:t>
          </a:r>
        </a:p>
      </dsp:txBody>
      <dsp:txXfrm>
        <a:off x="4201094" y="2010343"/>
        <a:ext cx="2868885" cy="17213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2CB2A-8C00-4F94-9CF0-75C0A86C7F0A}">
      <dsp:nvSpPr>
        <dsp:cNvPr id="0" name=""/>
        <dsp:cNvSpPr/>
      </dsp:nvSpPr>
      <dsp:spPr>
        <a:xfrm>
          <a:off x="644542" y="1020431"/>
          <a:ext cx="964400" cy="964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FADFC-1DE2-4B51-ACC7-53A6F2DEB7E9}">
      <dsp:nvSpPr>
        <dsp:cNvPr id="0" name=""/>
        <dsp:cNvSpPr/>
      </dsp:nvSpPr>
      <dsp:spPr>
        <a:xfrm>
          <a:off x="55186" y="2282293"/>
          <a:ext cx="2143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Linguagem: Python</a:t>
          </a:r>
        </a:p>
      </dsp:txBody>
      <dsp:txXfrm>
        <a:off x="55186" y="2282293"/>
        <a:ext cx="2143112" cy="720000"/>
      </dsp:txXfrm>
    </dsp:sp>
    <dsp:sp modelId="{C2353BE9-CAA7-4DD3-B58F-A52F6DD79C2B}">
      <dsp:nvSpPr>
        <dsp:cNvPr id="0" name=""/>
        <dsp:cNvSpPr/>
      </dsp:nvSpPr>
      <dsp:spPr>
        <a:xfrm>
          <a:off x="3162699" y="1020431"/>
          <a:ext cx="964400" cy="964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A7FA3-52A7-430A-94D5-FF83211435A7}">
      <dsp:nvSpPr>
        <dsp:cNvPr id="0" name=""/>
        <dsp:cNvSpPr/>
      </dsp:nvSpPr>
      <dsp:spPr>
        <a:xfrm>
          <a:off x="2573343" y="2282293"/>
          <a:ext cx="2143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Biblioteca Pillow usada apenas para salvar o PNG</a:t>
          </a:r>
        </a:p>
      </dsp:txBody>
      <dsp:txXfrm>
        <a:off x="2573343" y="2282293"/>
        <a:ext cx="2143112" cy="720000"/>
      </dsp:txXfrm>
    </dsp:sp>
    <dsp:sp modelId="{53FA6C8A-86E5-4707-8DE6-818E6C7A9651}">
      <dsp:nvSpPr>
        <dsp:cNvPr id="0" name=""/>
        <dsp:cNvSpPr/>
      </dsp:nvSpPr>
      <dsp:spPr>
        <a:xfrm>
          <a:off x="5680856" y="1020431"/>
          <a:ext cx="964400" cy="964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E01B3-67E5-49C7-B9F9-3A8433ED9FA6}">
      <dsp:nvSpPr>
        <dsp:cNvPr id="0" name=""/>
        <dsp:cNvSpPr/>
      </dsp:nvSpPr>
      <dsp:spPr>
        <a:xfrm>
          <a:off x="5091500" y="2282293"/>
          <a:ext cx="2143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Todo o sistema vetorial, interseções e iluminação feitos manualmente</a:t>
          </a:r>
        </a:p>
      </dsp:txBody>
      <dsp:txXfrm>
        <a:off x="5091500" y="2282293"/>
        <a:ext cx="2143112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469C3-652C-437F-A76E-CE69107B401D}">
      <dsp:nvSpPr>
        <dsp:cNvPr id="0" name=""/>
        <dsp:cNvSpPr/>
      </dsp:nvSpPr>
      <dsp:spPr>
        <a:xfrm>
          <a:off x="2596896" y="1868"/>
          <a:ext cx="2921508" cy="8988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Representa pontos e vetores</a:t>
          </a:r>
        </a:p>
      </dsp:txBody>
      <dsp:txXfrm>
        <a:off x="2640772" y="45744"/>
        <a:ext cx="2833756" cy="811058"/>
      </dsp:txXfrm>
    </dsp:sp>
    <dsp:sp modelId="{8122E653-B5A5-4426-B025-024B40A3C0A1}">
      <dsp:nvSpPr>
        <dsp:cNvPr id="0" name=""/>
        <dsp:cNvSpPr/>
      </dsp:nvSpPr>
      <dsp:spPr>
        <a:xfrm>
          <a:off x="2596896" y="945619"/>
          <a:ext cx="2921508" cy="89881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Operações: soma, subtração, multiplicação por escalar</a:t>
          </a:r>
        </a:p>
      </dsp:txBody>
      <dsp:txXfrm>
        <a:off x="2640772" y="989495"/>
        <a:ext cx="2833756" cy="811058"/>
      </dsp:txXfrm>
    </dsp:sp>
    <dsp:sp modelId="{65C66605-7713-4BEA-9AAA-EEC03C2C0A88}">
      <dsp:nvSpPr>
        <dsp:cNvPr id="0" name=""/>
        <dsp:cNvSpPr/>
      </dsp:nvSpPr>
      <dsp:spPr>
        <a:xfrm>
          <a:off x="2596896" y="1889369"/>
          <a:ext cx="2921508" cy="89881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Produto escalar, magnitude, normalização</a:t>
          </a:r>
        </a:p>
      </dsp:txBody>
      <dsp:txXfrm>
        <a:off x="2640772" y="1933245"/>
        <a:ext cx="2833756" cy="811058"/>
      </dsp:txXfrm>
    </dsp:sp>
    <dsp:sp modelId="{B662B6D1-CB5F-49C4-996F-08C988740AE3}">
      <dsp:nvSpPr>
        <dsp:cNvPr id="0" name=""/>
        <dsp:cNvSpPr/>
      </dsp:nvSpPr>
      <dsp:spPr>
        <a:xfrm>
          <a:off x="2596896" y="2833120"/>
          <a:ext cx="2921508" cy="89881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Usada em todos os cálculos matemáticos</a:t>
          </a:r>
        </a:p>
      </dsp:txBody>
      <dsp:txXfrm>
        <a:off x="2640772" y="2876996"/>
        <a:ext cx="2833756" cy="8110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D5C3B1-1F27-4305-A428-976E43C6FCBE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Atributos: origem (orig) e direção (dir)</a:t>
          </a:r>
        </a:p>
      </dsp:txBody>
      <dsp:txXfrm>
        <a:off x="715337" y="2413"/>
        <a:ext cx="3221521" cy="1932912"/>
      </dsp:txXfrm>
    </dsp:sp>
    <dsp:sp modelId="{CB24E778-9E73-4A84-84BC-7BD3F5F43C54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Direção normalizada no construtor</a:t>
          </a:r>
        </a:p>
      </dsp:txBody>
      <dsp:txXfrm>
        <a:off x="4259011" y="2413"/>
        <a:ext cx="3221521" cy="1932912"/>
      </dsp:txXfrm>
    </dsp:sp>
    <dsp:sp modelId="{1512486C-7FEF-4362-9574-80E74A711BF8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Um raio é criado por pixel durante o render</a:t>
          </a:r>
        </a:p>
      </dsp:txBody>
      <dsp:txXfrm>
        <a:off x="2487174" y="2257478"/>
        <a:ext cx="3221521" cy="19329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FD415-3085-42B2-89D8-3DD9F5BAEF9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7451A-88F7-4DA2-8F50-D047BCAFDF6E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ED525-B7CA-46E0-BB3D-BDD9925A2B40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Atributos: centro, raio, cor</a:t>
          </a:r>
        </a:p>
      </dsp:txBody>
      <dsp:txXfrm>
        <a:off x="25435" y="2456402"/>
        <a:ext cx="1800000" cy="720000"/>
      </dsp:txXfrm>
    </dsp:sp>
    <dsp:sp modelId="{B30A88DA-C867-45FE-96D8-93554D48398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61168-6A70-439E-B574-5B3BFC4CE8B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7136D-51D7-4735-9DEA-6EE40E1D8D8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Propriedades de material: specular, reflective</a:t>
          </a:r>
        </a:p>
      </dsp:txBody>
      <dsp:txXfrm>
        <a:off x="2140435" y="2456402"/>
        <a:ext cx="1800000" cy="720000"/>
      </dsp:txXfrm>
    </dsp:sp>
    <dsp:sp modelId="{33A0CDC3-E9B2-4CC9-BDD2-FA382217C90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AED23-DEA7-46FE-9A6C-D782429260D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47AEB-C128-4107-912A-15DAD0163A8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Método intersect resolve a equação quadrática</a:t>
          </a:r>
        </a:p>
      </dsp:txBody>
      <dsp:txXfrm>
        <a:off x="4255435" y="2456402"/>
        <a:ext cx="1800000" cy="720000"/>
      </dsp:txXfrm>
    </dsp:sp>
    <dsp:sp modelId="{18EA7D4B-9404-4246-A33B-0309E35AAC5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182A71-E343-42AC-8B42-75F5D81D276B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11321-2A9D-4566-9054-30D2DC3F117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Retorna t (distância) da interseção mais próxima</a:t>
          </a:r>
        </a:p>
      </dsp:txBody>
      <dsp:txXfrm>
        <a:off x="6370435" y="2456402"/>
        <a:ext cx="180000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431DB-E7D1-4429-881F-BA2402E8F9F0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46BCC-59ED-46F0-8A07-56CF75282B57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Luz pontual com posição e intensidade</a:t>
          </a:r>
        </a:p>
      </dsp:txBody>
      <dsp:txXfrm>
        <a:off x="296053" y="1305140"/>
        <a:ext cx="2197528" cy="1364441"/>
      </dsp:txXfrm>
    </dsp:sp>
    <dsp:sp modelId="{327B2BCE-B2AE-4E27-A679-41D7B8D73E7C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F58C6-3A6F-46B6-9F65-55F3F9E464F1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Scene: contém todas as esferas e a luz</a:t>
          </a:r>
        </a:p>
      </dsp:txBody>
      <dsp:txXfrm>
        <a:off x="3085687" y="1305140"/>
        <a:ext cx="2197528" cy="1364441"/>
      </dsp:txXfrm>
    </dsp:sp>
    <dsp:sp modelId="{2F90A881-ED09-4813-AFEB-CD671F751E43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91F47-F674-4635-B58D-C4DA6887B908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Facilita processamento global da cena</a:t>
          </a:r>
        </a:p>
      </dsp:txBody>
      <dsp:txXfrm>
        <a:off x="5875321" y="1305140"/>
        <a:ext cx="2197528" cy="136444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90D89-824F-4138-8528-17BFE11C2774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Calcula componentes ambiente, difusa e especular</a:t>
          </a:r>
        </a:p>
      </dsp:txBody>
      <dsp:txXfrm>
        <a:off x="1045320" y="2124"/>
        <a:ext cx="2868885" cy="1721331"/>
      </dsp:txXfrm>
    </dsp:sp>
    <dsp:sp modelId="{49452DDB-565C-4106-ABEB-E58D8002B9D0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Usa dot products para determinar intensidade</a:t>
          </a:r>
        </a:p>
      </dsp:txBody>
      <dsp:txXfrm>
        <a:off x="4201094" y="2124"/>
        <a:ext cx="2868885" cy="1721331"/>
      </dsp:txXfrm>
    </dsp:sp>
    <dsp:sp modelId="{A8A20506-4672-457D-897F-2580399F3D80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Combina resultados e limita entre 0–255 RGB</a:t>
          </a:r>
        </a:p>
      </dsp:txBody>
      <dsp:txXfrm>
        <a:off x="1045320" y="2010343"/>
        <a:ext cx="2868885" cy="1721331"/>
      </dsp:txXfrm>
    </dsp:sp>
    <dsp:sp modelId="{7D095C90-1CC5-467E-A9C3-54AE904C302A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Controlada pelo expoente especular do material</a:t>
          </a:r>
        </a:p>
      </dsp:txBody>
      <dsp:txXfrm>
        <a:off x="4201094" y="2010343"/>
        <a:ext cx="2868885" cy="172133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09336-87CF-4942-9A0F-4DEEC580141C}">
      <dsp:nvSpPr>
        <dsp:cNvPr id="0" name=""/>
        <dsp:cNvSpPr/>
      </dsp:nvSpPr>
      <dsp:spPr>
        <a:xfrm>
          <a:off x="0" y="65199"/>
          <a:ext cx="8063946" cy="423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Acha</a:t>
          </a:r>
          <a:r>
            <a:rPr lang="en-US" sz="1800" kern="1200" dirty="0"/>
            <a:t> </a:t>
          </a:r>
          <a:r>
            <a:rPr lang="en-US" sz="1800" kern="1200" dirty="0" err="1"/>
            <a:t>objeto</a:t>
          </a:r>
          <a:r>
            <a:rPr lang="en-US" sz="1800" kern="1200" dirty="0"/>
            <a:t> </a:t>
          </a:r>
          <a:r>
            <a:rPr lang="en-US" sz="1800" kern="1200" dirty="0" err="1"/>
            <a:t>mais</a:t>
          </a:r>
          <a:r>
            <a:rPr lang="en-US" sz="1800" kern="1200" dirty="0"/>
            <a:t> </a:t>
          </a:r>
          <a:r>
            <a:rPr lang="en-US" sz="1800" kern="1200" dirty="0" err="1"/>
            <a:t>próximo</a:t>
          </a:r>
          <a:endParaRPr lang="en-US" sz="1800" kern="1200" dirty="0"/>
        </a:p>
      </dsp:txBody>
      <dsp:txXfrm>
        <a:off x="20674" y="85873"/>
        <a:ext cx="8022598" cy="382155"/>
      </dsp:txXfrm>
    </dsp:sp>
    <dsp:sp modelId="{757F7561-0198-41CF-9B49-80622AB05A7B}">
      <dsp:nvSpPr>
        <dsp:cNvPr id="0" name=""/>
        <dsp:cNvSpPr/>
      </dsp:nvSpPr>
      <dsp:spPr>
        <a:xfrm>
          <a:off x="0" y="540543"/>
          <a:ext cx="8063946" cy="4235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 nenhum → retorna cor de fundo</a:t>
          </a:r>
        </a:p>
      </dsp:txBody>
      <dsp:txXfrm>
        <a:off x="20674" y="561217"/>
        <a:ext cx="8022598" cy="382155"/>
      </dsp:txXfrm>
    </dsp:sp>
    <dsp:sp modelId="{BDF95DA1-95FC-48DA-BB71-8AF31E9230C8}">
      <dsp:nvSpPr>
        <dsp:cNvPr id="0" name=""/>
        <dsp:cNvSpPr/>
      </dsp:nvSpPr>
      <dsp:spPr>
        <a:xfrm>
          <a:off x="0" y="1015886"/>
          <a:ext cx="8063946" cy="4235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Calcula ponto de impacto e normal</a:t>
          </a:r>
        </a:p>
      </dsp:txBody>
      <dsp:txXfrm>
        <a:off x="20674" y="1036560"/>
        <a:ext cx="8022598" cy="382155"/>
      </dsp:txXfrm>
    </dsp:sp>
    <dsp:sp modelId="{A0B26E55-CB64-4554-8C82-6AA055EFDDB2}">
      <dsp:nvSpPr>
        <dsp:cNvPr id="0" name=""/>
        <dsp:cNvSpPr/>
      </dsp:nvSpPr>
      <dsp:spPr>
        <a:xfrm>
          <a:off x="0" y="1491230"/>
          <a:ext cx="8063946" cy="4235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Testa sombra com shadow ray</a:t>
          </a:r>
        </a:p>
      </dsp:txBody>
      <dsp:txXfrm>
        <a:off x="20674" y="1511904"/>
        <a:ext cx="8022598" cy="382155"/>
      </dsp:txXfrm>
    </dsp:sp>
    <dsp:sp modelId="{E8B49344-ACF6-4A08-8A64-AAE5D084E874}">
      <dsp:nvSpPr>
        <dsp:cNvPr id="0" name=""/>
        <dsp:cNvSpPr/>
      </dsp:nvSpPr>
      <dsp:spPr>
        <a:xfrm>
          <a:off x="0" y="1966573"/>
          <a:ext cx="8063946" cy="42350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Aplica iluminação Phong</a:t>
          </a:r>
        </a:p>
      </dsp:txBody>
      <dsp:txXfrm>
        <a:off x="20674" y="1987247"/>
        <a:ext cx="8022598" cy="382155"/>
      </dsp:txXfrm>
    </dsp:sp>
    <dsp:sp modelId="{903CD8DE-AE59-46FA-9707-0A81C5D6011D}">
      <dsp:nvSpPr>
        <dsp:cNvPr id="0" name=""/>
        <dsp:cNvSpPr/>
      </dsp:nvSpPr>
      <dsp:spPr>
        <a:xfrm>
          <a:off x="0" y="2441917"/>
          <a:ext cx="8063946" cy="423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 reflexivo → lança raio de reflexão</a:t>
          </a:r>
        </a:p>
      </dsp:txBody>
      <dsp:txXfrm>
        <a:off x="20674" y="2462591"/>
        <a:ext cx="8022598" cy="382155"/>
      </dsp:txXfrm>
    </dsp:sp>
    <dsp:sp modelId="{502AFAD9-F084-40FA-BA5F-09E1EDDCEE19}">
      <dsp:nvSpPr>
        <dsp:cNvPr id="0" name=""/>
        <dsp:cNvSpPr/>
      </dsp:nvSpPr>
      <dsp:spPr>
        <a:xfrm>
          <a:off x="0" y="2917260"/>
          <a:ext cx="8063946" cy="4235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Combina cores local + refletida</a:t>
          </a:r>
        </a:p>
      </dsp:txBody>
      <dsp:txXfrm>
        <a:off x="20674" y="2937934"/>
        <a:ext cx="8022598" cy="38215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01255-A95B-46BB-B8D9-6280B08FE92F}">
      <dsp:nvSpPr>
        <dsp:cNvPr id="0" name=""/>
        <dsp:cNvSpPr/>
      </dsp:nvSpPr>
      <dsp:spPr>
        <a:xfrm>
          <a:off x="406344" y="877"/>
          <a:ext cx="848162" cy="8481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C9BA2-8EE5-4BEB-B8FD-747E8D6D3033}">
      <dsp:nvSpPr>
        <dsp:cNvPr id="0" name=""/>
        <dsp:cNvSpPr/>
      </dsp:nvSpPr>
      <dsp:spPr>
        <a:xfrm>
          <a:off x="587100" y="181633"/>
          <a:ext cx="486650" cy="48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B313E-0653-4E05-9F67-7A6D6F199EB0}">
      <dsp:nvSpPr>
        <dsp:cNvPr id="0" name=""/>
        <dsp:cNvSpPr/>
      </dsp:nvSpPr>
      <dsp:spPr>
        <a:xfrm>
          <a:off x="135210" y="1113220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Objetos exibem brilho especular</a:t>
          </a:r>
        </a:p>
      </dsp:txBody>
      <dsp:txXfrm>
        <a:off x="135210" y="1113220"/>
        <a:ext cx="1390429" cy="556171"/>
      </dsp:txXfrm>
    </dsp:sp>
    <dsp:sp modelId="{D4E068F6-7625-4C74-A1CB-8810A3A40C27}">
      <dsp:nvSpPr>
        <dsp:cNvPr id="0" name=""/>
        <dsp:cNvSpPr/>
      </dsp:nvSpPr>
      <dsp:spPr>
        <a:xfrm>
          <a:off x="2040099" y="877"/>
          <a:ext cx="848162" cy="8481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0262D-2714-4244-A31E-2FF02BF04652}">
      <dsp:nvSpPr>
        <dsp:cNvPr id="0" name=""/>
        <dsp:cNvSpPr/>
      </dsp:nvSpPr>
      <dsp:spPr>
        <a:xfrm>
          <a:off x="2220855" y="181633"/>
          <a:ext cx="486650" cy="48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C225F-37BA-42F2-B782-2C9483F85C99}">
      <dsp:nvSpPr>
        <dsp:cNvPr id="0" name=""/>
        <dsp:cNvSpPr/>
      </dsp:nvSpPr>
      <dsp:spPr>
        <a:xfrm>
          <a:off x="1768965" y="1113220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Reflexões entre esferas e no chão</a:t>
          </a:r>
        </a:p>
      </dsp:txBody>
      <dsp:txXfrm>
        <a:off x="1768965" y="1113220"/>
        <a:ext cx="1390429" cy="556171"/>
      </dsp:txXfrm>
    </dsp:sp>
    <dsp:sp modelId="{04B2AC98-9937-4DF0-ADE7-A36E881B8AC9}">
      <dsp:nvSpPr>
        <dsp:cNvPr id="0" name=""/>
        <dsp:cNvSpPr/>
      </dsp:nvSpPr>
      <dsp:spPr>
        <a:xfrm>
          <a:off x="3673854" y="877"/>
          <a:ext cx="848162" cy="8481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F308D-A507-43DB-AB73-3AE5C2AEFFF4}">
      <dsp:nvSpPr>
        <dsp:cNvPr id="0" name=""/>
        <dsp:cNvSpPr/>
      </dsp:nvSpPr>
      <dsp:spPr>
        <a:xfrm>
          <a:off x="3854610" y="181633"/>
          <a:ext cx="486650" cy="48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363D0-496A-4AFA-9337-468141CF4C20}">
      <dsp:nvSpPr>
        <dsp:cNvPr id="0" name=""/>
        <dsp:cNvSpPr/>
      </dsp:nvSpPr>
      <dsp:spPr>
        <a:xfrm>
          <a:off x="3402720" y="1113220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Sombras coerentes com a posição da luz</a:t>
          </a:r>
        </a:p>
      </dsp:txBody>
      <dsp:txXfrm>
        <a:off x="3402720" y="1113220"/>
        <a:ext cx="1390429" cy="556171"/>
      </dsp:txXfrm>
    </dsp:sp>
    <dsp:sp modelId="{79A39140-D559-46ED-8BC3-9BC3CAC26492}">
      <dsp:nvSpPr>
        <dsp:cNvPr id="0" name=""/>
        <dsp:cNvSpPr/>
      </dsp:nvSpPr>
      <dsp:spPr>
        <a:xfrm>
          <a:off x="5307609" y="877"/>
          <a:ext cx="848162" cy="84816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B9563-4206-4594-8C6F-BA5E36B081CE}">
      <dsp:nvSpPr>
        <dsp:cNvPr id="0" name=""/>
        <dsp:cNvSpPr/>
      </dsp:nvSpPr>
      <dsp:spPr>
        <a:xfrm>
          <a:off x="5488365" y="181633"/>
          <a:ext cx="486650" cy="48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9D782-5A98-4775-A809-9DBF4EDA8324}">
      <dsp:nvSpPr>
        <dsp:cNvPr id="0" name=""/>
        <dsp:cNvSpPr/>
      </dsp:nvSpPr>
      <dsp:spPr>
        <a:xfrm>
          <a:off x="5036475" y="1113220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Profundidade e contraste visuais realistas</a:t>
          </a:r>
        </a:p>
      </dsp:txBody>
      <dsp:txXfrm>
        <a:off x="5036475" y="1113220"/>
        <a:ext cx="1390429" cy="556171"/>
      </dsp:txXfrm>
    </dsp:sp>
    <dsp:sp modelId="{08DAC516-8E8D-4E26-BA6A-A1471FE2C1E8}">
      <dsp:nvSpPr>
        <dsp:cNvPr id="0" name=""/>
        <dsp:cNvSpPr/>
      </dsp:nvSpPr>
      <dsp:spPr>
        <a:xfrm>
          <a:off x="6941364" y="877"/>
          <a:ext cx="848162" cy="8481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4605A-3843-48D0-9CBD-17B10A104C9A}">
      <dsp:nvSpPr>
        <dsp:cNvPr id="0" name=""/>
        <dsp:cNvSpPr/>
      </dsp:nvSpPr>
      <dsp:spPr>
        <a:xfrm>
          <a:off x="7122120" y="181633"/>
          <a:ext cx="486650" cy="4866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AB54D-D005-4947-9154-ED62BAE056F5}">
      <dsp:nvSpPr>
        <dsp:cNvPr id="0" name=""/>
        <dsp:cNvSpPr/>
      </dsp:nvSpPr>
      <dsp:spPr>
        <a:xfrm>
          <a:off x="6670230" y="1113220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Confirma os conceitos apresentados no artigo</a:t>
          </a:r>
        </a:p>
      </dsp:txBody>
      <dsp:txXfrm>
        <a:off x="6670230" y="1113220"/>
        <a:ext cx="1390429" cy="55617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0612A-3C95-438A-8A6A-6D5188E0126F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305F1-7639-4C48-B0E9-0B86FE48B74E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Ray Tracing é poderoso e permite realismo convincente</a:t>
          </a:r>
        </a:p>
      </dsp:txBody>
      <dsp:txXfrm>
        <a:off x="25435" y="2276522"/>
        <a:ext cx="1800000" cy="720000"/>
      </dsp:txXfrm>
    </dsp:sp>
    <dsp:sp modelId="{B4148890-8E00-4588-BBD6-DAD946E00DC5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5404-1F9D-4763-BB06-655369E7A82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Implementação simples já gera bons resultados</a:t>
          </a:r>
        </a:p>
      </dsp:txBody>
      <dsp:txXfrm>
        <a:off x="2140435" y="2276522"/>
        <a:ext cx="1800000" cy="720000"/>
      </dsp:txXfrm>
    </dsp:sp>
    <dsp:sp modelId="{D1DAD75F-65A3-4E54-A94B-ECBC617168D2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1DDD4-ADB3-4E3B-A7EA-16C42130761D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Desafios: desempenho e custo computacional</a:t>
          </a:r>
        </a:p>
      </dsp:txBody>
      <dsp:txXfrm>
        <a:off x="4255435" y="2276522"/>
        <a:ext cx="1800000" cy="720000"/>
      </dsp:txXfrm>
    </dsp:sp>
    <dsp:sp modelId="{F553FCD9-AAF7-4811-8882-B94297C331AA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F78E4-A297-41FD-8595-2E1F37F6987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Próximos passos: transparência, refração, penumbra, antialiasing, radiosidade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69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1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51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8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4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6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5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9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5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3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1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25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58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95" y="1212181"/>
            <a:ext cx="3151002" cy="4238118"/>
          </a:xfrm>
        </p:spPr>
        <p:txBody>
          <a:bodyPr>
            <a:normAutofit/>
          </a:bodyPr>
          <a:lstStyle/>
          <a:p>
            <a:r>
              <a:rPr lang="en-US" dirty="0"/>
              <a:t>Ray Tracing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Computação</a:t>
            </a:r>
            <a:r>
              <a:rPr lang="en-US" dirty="0"/>
              <a:t> Gráfica</a:t>
            </a:r>
            <a:br>
              <a:rPr lang="en-US" dirty="0"/>
            </a:br>
            <a:endParaRPr lang="pt-B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83CAB5-C8A9-99FD-7FEB-5CC0A2463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0275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1. Introdução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A78A906-DA67-CD2E-AC06-140D84B5F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4845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2. Artigo Base – Informações Gerais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EAE9BC-5B12-008F-D587-7F2DC4FBE6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0106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2. Conteúdos do Artigo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4C8197-FDC1-85E5-65CF-11084F434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304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200"/>
              <a:t>3. Fundamentos – Modelagem e Visualização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D0BD44-9308-B46D-89D1-3CB9D751C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38220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3. Algoritmo Básico de Ray Tracing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FB0CEE-A7BE-320A-F062-5C157D3F7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13214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3. Representação Matemática do Raio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DE695C-2373-8CB9-4657-F6BD832983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85926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3. Interseção Raio–Esfera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3FE533-5577-6A57-533D-FD5FE9279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82990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4. Iluminação – Modelo de Phong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DA6C8-17AC-12F7-B5C9-6B92B72CC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005700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4. Sombras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FE10CB-056D-0F12-4979-B24BA11FF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34305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4. Reflexão Recursiva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3CEE1-5F6E-9078-EB04-A7ADE8331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721650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5. Implementação – Estrutura Geral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3938CF-DC9F-E517-ABDF-52F6887DA7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350" y="2286000"/>
          <a:ext cx="7289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/>
              <a:t>5. Classe Vec3 – Vetores 3D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A0A222-F93A-1B82-9C03-C41C412F5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6132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5. Classe Ray – Representação do Raio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FFE61B-716C-3671-9549-5DDE7BA33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5791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5. Classe Sphere – Geometria e Material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C710D9-7D3E-523E-B1A7-E91C2184B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42163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it-IT" sz="3500"/>
              <a:t>5. Classe Light e Scene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7B58D-FA7E-DC7A-D055-57EA709F2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63654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pt-BR" sz="3500" dirty="0"/>
              <a:t>5. Função </a:t>
            </a:r>
            <a:r>
              <a:rPr lang="pt-BR" sz="3500" dirty="0" err="1"/>
              <a:t>phong</a:t>
            </a:r>
            <a:r>
              <a:rPr lang="pt-BR" sz="3500" dirty="0"/>
              <a:t> – Iluminação Local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FCFD6A-E5B7-2E12-8F85-BAA8DDB14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835804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304" y="857249"/>
            <a:ext cx="6969642" cy="866775"/>
          </a:xfrm>
        </p:spPr>
        <p:txBody>
          <a:bodyPr>
            <a:normAutofit/>
          </a:bodyPr>
          <a:lstStyle/>
          <a:p>
            <a:r>
              <a:rPr lang="pt-BR" sz="3500" dirty="0"/>
              <a:t>5. </a:t>
            </a:r>
            <a:r>
              <a:rPr lang="pt-BR" sz="3500" dirty="0" err="1"/>
              <a:t>trace_ray</a:t>
            </a:r>
            <a:r>
              <a:rPr lang="pt-BR" sz="3500" dirty="0"/>
              <a:t> – Núcleo do Ray </a:t>
            </a:r>
            <a:r>
              <a:rPr lang="pt-BR" sz="3500" dirty="0" err="1"/>
              <a:t>Tracing</a:t>
            </a:r>
            <a:endParaRPr lang="pt-BR" sz="35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5C3003-66F7-CCA0-6177-F4E197733E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795828"/>
              </p:ext>
            </p:extLst>
          </p:nvPr>
        </p:nvGraphicFramePr>
        <p:xfrm>
          <a:off x="563304" y="2362200"/>
          <a:ext cx="8063946" cy="3405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475" y="161925"/>
            <a:ext cx="7041250" cy="2450649"/>
          </a:xfrm>
        </p:spPr>
        <p:txBody>
          <a:bodyPr>
            <a:normAutofit/>
          </a:bodyPr>
          <a:lstStyle/>
          <a:p>
            <a:r>
              <a:rPr lang="pt-BR" sz="3500" dirty="0"/>
              <a:t>5. render – Geração da Imagem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9555D99-AFAF-4CA0-AA9A-7971B5474052}"/>
              </a:ext>
            </a:extLst>
          </p:cNvPr>
          <p:cNvGrpSpPr/>
          <p:nvPr/>
        </p:nvGrpSpPr>
        <p:grpSpPr>
          <a:xfrm>
            <a:off x="664474" y="2219832"/>
            <a:ext cx="7581425" cy="553712"/>
            <a:chOff x="0" y="41915"/>
            <a:chExt cx="3753686" cy="551436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55B2DCC5-6823-4188-AD7A-55FA365A2550}"/>
                </a:ext>
              </a:extLst>
            </p:cNvPr>
            <p:cNvSpPr/>
            <p:nvPr/>
          </p:nvSpPr>
          <p:spPr>
            <a:xfrm>
              <a:off x="0" y="41915"/>
              <a:ext cx="3753686" cy="55143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etângulo: Cantos Arredondados 4">
              <a:extLst>
                <a:ext uri="{FF2B5EF4-FFF2-40B4-BE49-F238E27FC236}">
                  <a16:creationId xmlns:a16="http://schemas.microsoft.com/office/drawing/2014/main" id="{6FC4A355-07BD-4714-9658-3C0BA6BF5A5E}"/>
                </a:ext>
              </a:extLst>
            </p:cNvPr>
            <p:cNvSpPr txBox="1"/>
            <p:nvPr/>
          </p:nvSpPr>
          <p:spPr>
            <a:xfrm>
              <a:off x="26919" y="68834"/>
              <a:ext cx="3699848" cy="497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/>
                <a:t>Resolução</a:t>
              </a:r>
              <a:r>
                <a:rPr lang="en-US" kern="1200" dirty="0"/>
                <a:t>: 600 x 400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B498831-0F5D-4748-83F6-0FADEDFD580A}"/>
              </a:ext>
            </a:extLst>
          </p:cNvPr>
          <p:cNvGrpSpPr/>
          <p:nvPr/>
        </p:nvGrpSpPr>
        <p:grpSpPr>
          <a:xfrm>
            <a:off x="664475" y="3482345"/>
            <a:ext cx="7581426" cy="553712"/>
            <a:chOff x="0" y="636552"/>
            <a:chExt cx="3753686" cy="551436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3AE5EAF2-AC99-4CB5-9595-D8F7BE380D19}"/>
                </a:ext>
              </a:extLst>
            </p:cNvPr>
            <p:cNvSpPr/>
            <p:nvPr/>
          </p:nvSpPr>
          <p:spPr>
            <a:xfrm>
              <a:off x="0" y="636552"/>
              <a:ext cx="3753686" cy="55143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589196"/>
                <a:satOff val="-2817"/>
                <a:lumOff val="3088"/>
                <a:alphaOff val="0"/>
              </a:schemeClr>
            </a:fillRef>
            <a:effectRef idx="0">
              <a:schemeClr val="accent5">
                <a:hueOff val="589196"/>
                <a:satOff val="-2817"/>
                <a:lumOff val="308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tângulo: Cantos Arredondados 4">
              <a:extLst>
                <a:ext uri="{FF2B5EF4-FFF2-40B4-BE49-F238E27FC236}">
                  <a16:creationId xmlns:a16="http://schemas.microsoft.com/office/drawing/2014/main" id="{1C7C2C44-AF9E-4C8F-87AB-93A3A60BC0D8}"/>
                </a:ext>
              </a:extLst>
            </p:cNvPr>
            <p:cNvSpPr txBox="1"/>
            <p:nvPr/>
          </p:nvSpPr>
          <p:spPr>
            <a:xfrm>
              <a:off x="26919" y="663471"/>
              <a:ext cx="3699848" cy="497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/>
                <a:t>Câmera</a:t>
              </a:r>
              <a:r>
                <a:rPr lang="en-US" kern="1200" dirty="0"/>
                <a:t>: </a:t>
              </a:r>
              <a:r>
                <a:rPr lang="en-US" kern="1200" dirty="0" err="1"/>
                <a:t>posição</a:t>
              </a:r>
              <a:r>
                <a:rPr lang="en-US" kern="1200" dirty="0"/>
                <a:t> (0, 0, -1)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4B48376-B9BD-423E-A20D-87EC8F69F5FA}"/>
              </a:ext>
            </a:extLst>
          </p:cNvPr>
          <p:cNvGrpSpPr/>
          <p:nvPr/>
        </p:nvGrpSpPr>
        <p:grpSpPr>
          <a:xfrm>
            <a:off x="677370" y="4120057"/>
            <a:ext cx="7579619" cy="553712"/>
            <a:chOff x="0" y="1231189"/>
            <a:chExt cx="3753686" cy="551436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7FF176F2-44A0-4571-BD53-64ABFA828229}"/>
                </a:ext>
              </a:extLst>
            </p:cNvPr>
            <p:cNvSpPr/>
            <p:nvPr/>
          </p:nvSpPr>
          <p:spPr>
            <a:xfrm>
              <a:off x="0" y="1231189"/>
              <a:ext cx="3753686" cy="55143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178392"/>
                <a:satOff val="-5635"/>
                <a:lumOff val="6177"/>
                <a:alphaOff val="0"/>
              </a:schemeClr>
            </a:fillRef>
            <a:effectRef idx="0">
              <a:schemeClr val="accent5">
                <a:hueOff val="1178392"/>
                <a:satOff val="-5635"/>
                <a:lumOff val="617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etângulo: Cantos Arredondados 4">
              <a:extLst>
                <a:ext uri="{FF2B5EF4-FFF2-40B4-BE49-F238E27FC236}">
                  <a16:creationId xmlns:a16="http://schemas.microsoft.com/office/drawing/2014/main" id="{65B863F6-2BF2-4102-A8ED-BBB2352A56E0}"/>
                </a:ext>
              </a:extLst>
            </p:cNvPr>
            <p:cNvSpPr txBox="1"/>
            <p:nvPr/>
          </p:nvSpPr>
          <p:spPr>
            <a:xfrm>
              <a:off x="26919" y="1258108"/>
              <a:ext cx="3699848" cy="497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/>
                <a:t>Cada</a:t>
              </a:r>
              <a:r>
                <a:rPr lang="en-US" kern="1200" dirty="0"/>
                <a:t> pixel → </a:t>
              </a:r>
              <a:r>
                <a:rPr lang="en-US" kern="1200" dirty="0" err="1"/>
                <a:t>cria</a:t>
              </a:r>
              <a:r>
                <a:rPr lang="en-US" kern="1200" dirty="0"/>
                <a:t> </a:t>
              </a:r>
              <a:r>
                <a:rPr lang="en-US" kern="1200" dirty="0" err="1"/>
                <a:t>direção</a:t>
              </a:r>
              <a:r>
                <a:rPr lang="en-US" kern="1200" dirty="0"/>
                <a:t> e </a:t>
              </a:r>
              <a:r>
                <a:rPr lang="en-US" kern="1200" dirty="0" err="1"/>
                <a:t>lança</a:t>
              </a:r>
              <a:r>
                <a:rPr lang="en-US" kern="1200" dirty="0"/>
                <a:t> </a:t>
              </a:r>
              <a:r>
                <a:rPr lang="en-US" kern="1200" dirty="0" err="1"/>
                <a:t>raio</a:t>
              </a:r>
              <a:endParaRPr lang="en-US" kern="120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01BB6EF-1145-49DD-AFEC-F86211F07FF4}"/>
              </a:ext>
            </a:extLst>
          </p:cNvPr>
          <p:cNvGrpSpPr/>
          <p:nvPr/>
        </p:nvGrpSpPr>
        <p:grpSpPr>
          <a:xfrm>
            <a:off x="666281" y="4744859"/>
            <a:ext cx="7579619" cy="553712"/>
            <a:chOff x="0" y="1825825"/>
            <a:chExt cx="3753686" cy="551436"/>
          </a:xfrm>
        </p:grpSpPr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B4A4BAB0-3341-41F7-9782-5C7F4A48C98F}"/>
                </a:ext>
              </a:extLst>
            </p:cNvPr>
            <p:cNvSpPr/>
            <p:nvPr/>
          </p:nvSpPr>
          <p:spPr>
            <a:xfrm>
              <a:off x="0" y="1825825"/>
              <a:ext cx="3753686" cy="55143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1767588"/>
                <a:satOff val="-8452"/>
                <a:lumOff val="9265"/>
                <a:alphaOff val="0"/>
              </a:schemeClr>
            </a:fillRef>
            <a:effectRef idx="0">
              <a:schemeClr val="accent5">
                <a:hueOff val="1767588"/>
                <a:satOff val="-8452"/>
                <a:lumOff val="926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etângulo: Cantos Arredondados 4">
              <a:extLst>
                <a:ext uri="{FF2B5EF4-FFF2-40B4-BE49-F238E27FC236}">
                  <a16:creationId xmlns:a16="http://schemas.microsoft.com/office/drawing/2014/main" id="{0F97A171-04B1-4276-B377-296CBA9B3A70}"/>
                </a:ext>
              </a:extLst>
            </p:cNvPr>
            <p:cNvSpPr txBox="1"/>
            <p:nvPr/>
          </p:nvSpPr>
          <p:spPr>
            <a:xfrm>
              <a:off x="26919" y="1852744"/>
              <a:ext cx="3699848" cy="497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Cena </a:t>
              </a:r>
              <a:r>
                <a:rPr lang="en-US" kern="1200" dirty="0" err="1"/>
                <a:t>inclui</a:t>
              </a:r>
              <a:r>
                <a:rPr lang="en-US" kern="1200" dirty="0"/>
                <a:t> 3 (</a:t>
              </a:r>
              <a:r>
                <a:rPr lang="en-US" kern="1200" dirty="0" err="1"/>
                <a:t>ou</a:t>
              </a:r>
              <a:r>
                <a:rPr lang="en-US" kern="1200" dirty="0"/>
                <a:t> 4) </a:t>
              </a:r>
              <a:r>
                <a:rPr lang="en-US" kern="1200" dirty="0" err="1"/>
                <a:t>esferas</a:t>
              </a:r>
              <a:r>
                <a:rPr lang="en-US" kern="1200" dirty="0"/>
                <a:t> e </a:t>
              </a:r>
              <a:r>
                <a:rPr lang="en-US" kern="1200" dirty="0" err="1"/>
                <a:t>uma</a:t>
              </a:r>
              <a:r>
                <a:rPr lang="en-US" kern="1200" dirty="0"/>
                <a:t> luz superior </a:t>
              </a:r>
              <a:r>
                <a:rPr lang="en-US" kern="1200" dirty="0" err="1"/>
                <a:t>direita</a:t>
              </a:r>
              <a:endParaRPr lang="en-US" kern="1200"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F8993F6-7187-4850-92B2-4A061B0CBC64}"/>
              </a:ext>
            </a:extLst>
          </p:cNvPr>
          <p:cNvGrpSpPr/>
          <p:nvPr/>
        </p:nvGrpSpPr>
        <p:grpSpPr>
          <a:xfrm>
            <a:off x="669969" y="2848148"/>
            <a:ext cx="7575931" cy="553712"/>
            <a:chOff x="0" y="2420462"/>
            <a:chExt cx="3753686" cy="551436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32D42368-0C88-4947-9AB6-9C4C39B1E4A9}"/>
                </a:ext>
              </a:extLst>
            </p:cNvPr>
            <p:cNvSpPr/>
            <p:nvPr/>
          </p:nvSpPr>
          <p:spPr>
            <a:xfrm>
              <a:off x="0" y="2420462"/>
              <a:ext cx="3753686" cy="55143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356783"/>
                <a:satOff val="-11270"/>
                <a:lumOff val="12353"/>
                <a:alphaOff val="0"/>
              </a:schemeClr>
            </a:fillRef>
            <a:effectRef idx="0">
              <a:schemeClr val="accent5">
                <a:hueOff val="2356783"/>
                <a:satOff val="-11270"/>
                <a:lumOff val="1235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Retângulo: Cantos Arredondados 4">
              <a:extLst>
                <a:ext uri="{FF2B5EF4-FFF2-40B4-BE49-F238E27FC236}">
                  <a16:creationId xmlns:a16="http://schemas.microsoft.com/office/drawing/2014/main" id="{DC797112-2910-4DDC-9F12-DE91E02D47C3}"/>
                </a:ext>
              </a:extLst>
            </p:cNvPr>
            <p:cNvSpPr txBox="1"/>
            <p:nvPr/>
          </p:nvSpPr>
          <p:spPr>
            <a:xfrm>
              <a:off x="26920" y="2447380"/>
              <a:ext cx="3699848" cy="497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Salva </a:t>
              </a:r>
              <a:r>
                <a:rPr lang="en-US" kern="1200" dirty="0" err="1"/>
                <a:t>imagem</a:t>
              </a:r>
              <a:r>
                <a:rPr lang="en-US" kern="1200" dirty="0"/>
                <a:t> final </a:t>
              </a:r>
              <a:r>
                <a:rPr lang="en-US" kern="1200" dirty="0" err="1"/>
                <a:t>usando</a:t>
              </a:r>
              <a:r>
                <a:rPr lang="en-US" kern="1200" dirty="0"/>
                <a:t> Pillow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73" y="63280"/>
            <a:ext cx="7288583" cy="914400"/>
          </a:xfrm>
        </p:spPr>
        <p:txBody>
          <a:bodyPr anchor="ctr">
            <a:normAutofit/>
          </a:bodyPr>
          <a:lstStyle/>
          <a:p>
            <a:r>
              <a:rPr lang="pt-BR" sz="3500" dirty="0"/>
              <a:t>6. Resultados Obtidos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737E38-93D9-A27E-3CCF-4BC5113BA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231560"/>
              </p:ext>
            </p:extLst>
          </p:nvPr>
        </p:nvGraphicFramePr>
        <p:xfrm>
          <a:off x="474064" y="798248"/>
          <a:ext cx="8195871" cy="1670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766FBEEB-7300-4874-95AC-31BB707F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918" y="2598803"/>
            <a:ext cx="6104769" cy="406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2" y="872740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7. </a:t>
            </a:r>
            <a:r>
              <a:rPr lang="pt-BR" sz="3500" dirty="0"/>
              <a:t>Conclusão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ED07E0-BBD3-3AA7-97B6-E52FD1BE4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9786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 SILVA, Fernando Wagner S. V. Introdução ao Ray Tracing (COPPE/UFRJ)</a:t>
            </a:r>
          </a:p>
          <a:p>
            <a:r>
              <a:t>GLASSNER, Andrew. An Introduction to Ray Tracing. Academic Press, 1991.</a:t>
            </a:r>
          </a:p>
          <a:p>
            <a:r>
              <a:t>PHONG, Bui-Tuong. Illumination for Computer Generated Surfaces. 1973.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102</TotalTime>
  <Words>861</Words>
  <Application>Microsoft Office PowerPoint</Application>
  <PresentationFormat>Apresentação na tela (4:3)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Tw Cen MT</vt:lpstr>
      <vt:lpstr>Tw Cen MT Condensed</vt:lpstr>
      <vt:lpstr>Wingdings 3</vt:lpstr>
      <vt:lpstr>Integral</vt:lpstr>
      <vt:lpstr>Ray Tracing em Computação Gráfica </vt:lpstr>
      <vt:lpstr>1. Introdução</vt:lpstr>
      <vt:lpstr>2. Artigo Base – Informações Gerais</vt:lpstr>
      <vt:lpstr>2. Conteúdos do Artigo</vt:lpstr>
      <vt:lpstr>3. Fundamentos – Modelagem e Visualização</vt:lpstr>
      <vt:lpstr>3. Algoritmo Básico de Ray Tracing</vt:lpstr>
      <vt:lpstr>3. Representação Matemática do Raio</vt:lpstr>
      <vt:lpstr>3. Interseção Raio–Esfera</vt:lpstr>
      <vt:lpstr>4. Iluminação – Modelo de Phong</vt:lpstr>
      <vt:lpstr>4. Sombras</vt:lpstr>
      <vt:lpstr>4. Reflexão Recursiva</vt:lpstr>
      <vt:lpstr>5. Implementação – Estrutura Geral</vt:lpstr>
      <vt:lpstr>5. Classe Vec3 – Vetores 3D</vt:lpstr>
      <vt:lpstr>5. Classe Ray – Representação do Raio</vt:lpstr>
      <vt:lpstr>5. Classe Sphere – Geometria e Material</vt:lpstr>
      <vt:lpstr>5. Classe Light e Scene</vt:lpstr>
      <vt:lpstr>5. Função phong – Iluminação Local</vt:lpstr>
      <vt:lpstr>5. trace_ray – Núcleo do Ray Tracing</vt:lpstr>
      <vt:lpstr>5. render – Geração da Imagem</vt:lpstr>
      <vt:lpstr>6. Resultados Obtidos</vt:lpstr>
      <vt:lpstr>7. Conclusão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 Tracing em Computação Gráfica</dc:title>
  <dc:subject/>
  <dc:creator>Matheus Barbieri</dc:creator>
  <cp:keywords/>
  <dc:description>generated using python-pptx</dc:description>
  <cp:lastModifiedBy>wgb-eng-desk-010</cp:lastModifiedBy>
  <cp:revision>6</cp:revision>
  <dcterms:created xsi:type="dcterms:W3CDTF">2013-01-27T09:14:16Z</dcterms:created>
  <dcterms:modified xsi:type="dcterms:W3CDTF">2025-12-02T13:15:04Z</dcterms:modified>
  <cp:category/>
</cp:coreProperties>
</file>